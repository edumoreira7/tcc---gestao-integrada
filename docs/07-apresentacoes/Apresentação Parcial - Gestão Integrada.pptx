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8" r:id="rId2"/>
    <p:sldId id="293" r:id="rId3"/>
    <p:sldId id="291" r:id="rId4"/>
    <p:sldId id="292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B452E9D-3F61-45A0-970B-50601005B10B}">
          <p14:sldIdLst>
            <p14:sldId id="258"/>
            <p14:sldId id="293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719B"/>
    <a:srgbClr val="215F97"/>
    <a:srgbClr val="286890"/>
    <a:srgbClr val="FFFFFF"/>
    <a:srgbClr val="223D7C"/>
    <a:srgbClr val="58C0CE"/>
    <a:srgbClr val="006EAC"/>
    <a:srgbClr val="4CA2BB"/>
    <a:srgbClr val="56BACA"/>
    <a:srgbClr val="4B5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1CA3E-E0F0-4727-9046-77DF2CA899B1}" v="1" dt="2026-09-13T17:19:45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8" autoAdjust="0"/>
    <p:restoredTop sz="94759"/>
  </p:normalViewPr>
  <p:slideViewPr>
    <p:cSldViewPr snapToGrid="0">
      <p:cViewPr>
        <p:scale>
          <a:sx n="50" d="100"/>
          <a:sy n="50" d="100"/>
        </p:scale>
        <p:origin x="1915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0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Moreira" userId="b45bb7891f05865d" providerId="LiveId" clId="{562513D5-0372-432E-A6C0-3D9531BB53F8}"/>
    <pc:docChg chg="modSld">
      <pc:chgData name="Eduardo Moreira" userId="b45bb7891f05865d" providerId="LiveId" clId="{562513D5-0372-432E-A6C0-3D9531BB53F8}" dt="2026-09-13T17:22:28.169" v="5" actId="404"/>
      <pc:docMkLst>
        <pc:docMk/>
      </pc:docMkLst>
      <pc:sldChg chg="addSp delSp modSp mod">
        <pc:chgData name="Eduardo Moreira" userId="b45bb7891f05865d" providerId="LiveId" clId="{562513D5-0372-432E-A6C0-3D9531BB53F8}" dt="2026-09-13T17:21:39.267" v="2"/>
        <pc:sldMkLst>
          <pc:docMk/>
          <pc:sldMk cId="1311775749" sldId="258"/>
        </pc:sldMkLst>
        <pc:spChg chg="add del mod">
          <ac:chgData name="Eduardo Moreira" userId="b45bb7891f05865d" providerId="LiveId" clId="{562513D5-0372-432E-A6C0-3D9531BB53F8}" dt="2026-09-13T17:21:39.267" v="2"/>
          <ac:spMkLst>
            <pc:docMk/>
            <pc:sldMk cId="1311775749" sldId="258"/>
            <ac:spMk id="3" creationId="{0FFDB4C1-4689-A691-A6A8-98DF0A076113}"/>
          </ac:spMkLst>
        </pc:spChg>
      </pc:sldChg>
      <pc:sldChg chg="modSp mod">
        <pc:chgData name="Eduardo Moreira" userId="b45bb7891f05865d" providerId="LiveId" clId="{562513D5-0372-432E-A6C0-3D9531BB53F8}" dt="2026-09-13T17:22:28.169" v="5" actId="404"/>
        <pc:sldMkLst>
          <pc:docMk/>
          <pc:sldMk cId="1826650556" sldId="292"/>
        </pc:sldMkLst>
        <pc:spChg chg="mod">
          <ac:chgData name="Eduardo Moreira" userId="b45bb7891f05865d" providerId="LiveId" clId="{562513D5-0372-432E-A6C0-3D9531BB53F8}" dt="2026-09-13T17:22:28.169" v="5" actId="404"/>
          <ac:spMkLst>
            <pc:docMk/>
            <pc:sldMk cId="1826650556" sldId="292"/>
            <ac:spMk id="21" creationId="{03004E42-5699-9B27-A0FE-B7DE687D3B8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B72C55-8305-57A4-048F-175455650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4F1B3-5F20-B733-EBB1-8818DE6383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29A11-7385-458D-8458-280B03402F5F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7D8CBD-AB32-4FB1-4311-850270B837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EB6A7-04BF-625E-CB66-6081AFF448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D0150-2220-4AA0-AF0F-B860DFB027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269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A806A-51AE-492C-A0B6-5D96C0343CE0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0E3EC-6FB6-4169-9911-E9128CCF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5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F1C1-95AF-F1C2-71EE-465AF00D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121494-5760-4CBE-E7CD-E268D7004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418ABBF-F2A1-6F68-D5A0-1E3022BC8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42BE5D-A238-8D67-C28E-8274CBB9B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0E3EC-6FB6-4169-9911-E9128CCF4BF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850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B0E40-894B-B6B2-8CCF-29857EF5B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DAC85D4-1A60-5846-844A-CF7DF26F5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88D97E-B082-BE08-F1AF-5985FEA09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CEDBB7-E202-11CA-F622-0406359CC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0E3EC-6FB6-4169-9911-E9128CCF4BF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575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9176-C37F-3ACD-D521-7D38951F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43CBAA2-B468-8A8E-8687-2DC6F317B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3E484A-0D76-9B18-FC3B-B7FB6FF2C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62B780-7579-C40E-0D5D-CD409A95C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0E3EC-6FB6-4169-9911-E9128CCF4BF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34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opca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18FD4D9-E120-ACE8-739D-EE1A4C86D1C0}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pic>
          <p:nvPicPr>
            <p:cNvPr id="2" name="Google Shape;55;p13">
              <a:extLst>
                <a:ext uri="{FF2B5EF4-FFF2-40B4-BE49-F238E27FC236}">
                  <a16:creationId xmlns:a16="http://schemas.microsoft.com/office/drawing/2014/main" id="{045C24EB-ECE4-DBEB-0DF2-7DE82ECC7BDB}"/>
                </a:ext>
              </a:extLst>
            </p:cNvPr>
            <p:cNvPicPr preferRelativeResize="0"/>
            <p:nvPr userDrawn="1"/>
          </p:nvPicPr>
          <p:blipFill>
            <a:blip r:embed="rId2"/>
            <a:srcRect/>
            <a:stretch/>
          </p:blipFill>
          <p:spPr>
            <a:xfrm>
              <a:off x="1" y="0"/>
              <a:ext cx="1219199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ECE7F504-FF36-C566-962C-BD378A58B0E8}"/>
                </a:ext>
              </a:extLst>
            </p:cNvPr>
            <p:cNvSpPr/>
            <p:nvPr userDrawn="1"/>
          </p:nvSpPr>
          <p:spPr>
            <a:xfrm>
              <a:off x="9261695" y="5441133"/>
              <a:ext cx="2930305" cy="14168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5" name="Picture 59">
            <a:extLst>
              <a:ext uri="{FF2B5EF4-FFF2-40B4-BE49-F238E27FC236}">
                <a16:creationId xmlns:a16="http://schemas.microsoft.com/office/drawing/2014/main" id="{E6380C81-CEA4-0412-F07F-07CB533DC6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827" y="6275440"/>
            <a:ext cx="520262" cy="304800"/>
          </a:xfrm>
          <a:prstGeom prst="rect">
            <a:avLst/>
          </a:prstGeom>
        </p:spPr>
      </p:pic>
      <p:pic>
        <p:nvPicPr>
          <p:cNvPr id="6" name="Picture 61">
            <a:extLst>
              <a:ext uri="{FF2B5EF4-FFF2-40B4-BE49-F238E27FC236}">
                <a16:creationId xmlns:a16="http://schemas.microsoft.com/office/drawing/2014/main" id="{4575AF37-790F-9410-1A45-404F952212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71270" y="6147013"/>
            <a:ext cx="1524983" cy="561653"/>
          </a:xfrm>
          <a:prstGeom prst="rect">
            <a:avLst/>
          </a:prstGeom>
        </p:spPr>
      </p:pic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F6C1F1BD-25AD-AA38-396B-D35CB3666BB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4209" y="6331717"/>
            <a:ext cx="520955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 </a:t>
            </a: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16EC5E48-00EB-DC70-5D52-4B491B244F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1662" y="1992516"/>
            <a:ext cx="6620611" cy="121490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223D7C"/>
                </a:solidFill>
                <a:latin typeface="Poppins Black" panose="00000A00000000000000" pitchFamily="2" charset="0"/>
                <a:cs typeface="Poppins Black" panose="00000A00000000000000" pitchFamily="2" charset="0"/>
              </a:defRPr>
            </a:lvl1pPr>
          </a:lstStyle>
          <a:p>
            <a:r>
              <a:rPr lang="fr-FR" dirty="0"/>
              <a:t>TÍTULO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3C838385-5DBB-B475-382F-3F145B0050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1662" y="3355137"/>
            <a:ext cx="6620611" cy="336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06EA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Nome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AAE45560-7EBD-1878-60BD-5C50695203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1662" y="3837654"/>
            <a:ext cx="6620611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rgbClr val="006EAC"/>
                </a:solidFill>
              </a:defRPr>
            </a:lvl1pPr>
          </a:lstStyle>
          <a:p>
            <a:pPr lvl="0"/>
            <a:r>
              <a:rPr lang="fr-FR" dirty="0"/>
              <a:t>Departamento</a:t>
            </a:r>
          </a:p>
        </p:txBody>
      </p:sp>
    </p:spTree>
    <p:extLst>
      <p:ext uri="{BB962C8B-B14F-4D97-AF65-F5344CB8AC3E}">
        <p14:creationId xmlns:p14="http://schemas.microsoft.com/office/powerpoint/2010/main" val="2852191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8" userDrawn="1">
          <p15:clr>
            <a:srgbClr val="FBAE40"/>
          </p15:clr>
        </p15:guide>
        <p15:guide id="2" pos="755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opca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361A60-FA07-894C-159B-3B89D45B2B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01" y="1"/>
            <a:ext cx="2468399" cy="2628900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0B2B8A6D-AAB8-BBBA-1D7A-AF76B55B8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3542" y="2520055"/>
            <a:ext cx="9933603" cy="121490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223D7C"/>
                </a:solidFill>
                <a:latin typeface="Poppins Black" panose="00000A00000000000000" pitchFamily="2" charset="0"/>
                <a:cs typeface="Poppins Black" panose="00000A00000000000000" pitchFamily="2" charset="0"/>
              </a:defRPr>
            </a:lvl1pPr>
          </a:lstStyle>
          <a:p>
            <a:r>
              <a:rPr lang="fr-FR" dirty="0"/>
              <a:t>TÍTULO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D9932B77-2392-4698-A2C8-B3F02300C9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3542" y="3882676"/>
            <a:ext cx="9933603" cy="336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06EA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Nome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6121252D-AFE4-7959-1C3E-1EF773FEF0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542" y="4365193"/>
            <a:ext cx="9933603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rgbClr val="006EAC"/>
                </a:solidFill>
              </a:defRPr>
            </a:lvl1pPr>
          </a:lstStyle>
          <a:p>
            <a:pPr lvl="0"/>
            <a:r>
              <a:rPr lang="fr-FR" dirty="0"/>
              <a:t>Departamento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506DD3B1-AE69-4EDE-AE3E-4A5ED14C4E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3543" y="6440727"/>
            <a:ext cx="10454426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65D390DC-2244-1651-AFDC-F4B64ACB47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CF1E12EA-54AA-423D-B693-CBE8120C68FA}" type="slidenum">
              <a:rPr lang="fr-FR" smtClean="0"/>
              <a:t>‹nº›</a:t>
            </a:fld>
            <a:endParaRPr lang="fr-FR" dirty="0"/>
          </a:p>
        </p:txBody>
      </p:sp>
      <p:pic>
        <p:nvPicPr>
          <p:cNvPr id="6" name="Picture 20">
            <a:extLst>
              <a:ext uri="{FF2B5EF4-FFF2-40B4-BE49-F238E27FC236}">
                <a16:creationId xmlns:a16="http://schemas.microsoft.com/office/drawing/2014/main" id="{25B92836-56AC-C472-C4AB-5837EBE851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42" y="479658"/>
            <a:ext cx="1461813" cy="85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95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8" userDrawn="1">
          <p15:clr>
            <a:srgbClr val="FBAE40"/>
          </p15:clr>
        </p15:guide>
        <p15:guide id="2" pos="755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om figur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E26948E7-7C19-22FE-5719-D926A47056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16162" y="1"/>
            <a:ext cx="5975838" cy="6858000"/>
          </a:xfrm>
          <a:custGeom>
            <a:avLst/>
            <a:gdLst>
              <a:gd name="connsiteX0" fmla="*/ 0 w 6665818"/>
              <a:gd name="connsiteY0" fmla="*/ 6029327 h 6858000"/>
              <a:gd name="connsiteX1" fmla="*/ 805461 w 6665818"/>
              <a:gd name="connsiteY1" fmla="*/ 6029327 h 6858000"/>
              <a:gd name="connsiteX2" fmla="*/ 805461 w 6665818"/>
              <a:gd name="connsiteY2" fmla="*/ 6858000 h 6858000"/>
              <a:gd name="connsiteX3" fmla="*/ 0 w 6665818"/>
              <a:gd name="connsiteY3" fmla="*/ 6858000 h 6858000"/>
              <a:gd name="connsiteX4" fmla="*/ 0 w 6665818"/>
              <a:gd name="connsiteY4" fmla="*/ 4426153 h 6858000"/>
              <a:gd name="connsiteX5" fmla="*/ 805461 w 6665818"/>
              <a:gd name="connsiteY5" fmla="*/ 4426153 h 6858000"/>
              <a:gd name="connsiteX6" fmla="*/ 805461 w 6665818"/>
              <a:gd name="connsiteY6" fmla="*/ 5254847 h 6858000"/>
              <a:gd name="connsiteX7" fmla="*/ 0 w 6665818"/>
              <a:gd name="connsiteY7" fmla="*/ 5254847 h 6858000"/>
              <a:gd name="connsiteX8" fmla="*/ 0 w 6665818"/>
              <a:gd name="connsiteY8" fmla="*/ 1607047 h 6858000"/>
              <a:gd name="connsiteX9" fmla="*/ 805461 w 6665818"/>
              <a:gd name="connsiteY9" fmla="*/ 1607047 h 6858000"/>
              <a:gd name="connsiteX10" fmla="*/ 805461 w 6665818"/>
              <a:gd name="connsiteY10" fmla="*/ 2435741 h 6858000"/>
              <a:gd name="connsiteX11" fmla="*/ 0 w 6665818"/>
              <a:gd name="connsiteY11" fmla="*/ 2435741 h 6858000"/>
              <a:gd name="connsiteX12" fmla="*/ 2423859 w 6665818"/>
              <a:gd name="connsiteY12" fmla="*/ 3874 h 6858000"/>
              <a:gd name="connsiteX13" fmla="*/ 6665818 w 6665818"/>
              <a:gd name="connsiteY13" fmla="*/ 3874 h 6858000"/>
              <a:gd name="connsiteX14" fmla="*/ 6665818 w 6665818"/>
              <a:gd name="connsiteY14" fmla="*/ 6858000 h 6858000"/>
              <a:gd name="connsiteX15" fmla="*/ 3237063 w 6665818"/>
              <a:gd name="connsiteY15" fmla="*/ 6858000 h 6858000"/>
              <a:gd name="connsiteX16" fmla="*/ 3237063 w 6665818"/>
              <a:gd name="connsiteY16" fmla="*/ 6068051 h 6858000"/>
              <a:gd name="connsiteX17" fmla="*/ 2439612 w 6665818"/>
              <a:gd name="connsiteY17" fmla="*/ 6068051 h 6858000"/>
              <a:gd name="connsiteX18" fmla="*/ 2439612 w 6665818"/>
              <a:gd name="connsiteY18" fmla="*/ 6858000 h 6858000"/>
              <a:gd name="connsiteX19" fmla="*/ 1634153 w 6665818"/>
              <a:gd name="connsiteY19" fmla="*/ 6858000 h 6858000"/>
              <a:gd name="connsiteX20" fmla="*/ 1634153 w 6665818"/>
              <a:gd name="connsiteY20" fmla="*/ 6068051 h 6858000"/>
              <a:gd name="connsiteX21" fmla="*/ 820949 w 6665818"/>
              <a:gd name="connsiteY21" fmla="*/ 6068051 h 6858000"/>
              <a:gd name="connsiteX22" fmla="*/ 820949 w 6665818"/>
              <a:gd name="connsiteY22" fmla="*/ 5239357 h 6858000"/>
              <a:gd name="connsiteX23" fmla="*/ 1634153 w 6665818"/>
              <a:gd name="connsiteY23" fmla="*/ 5239357 h 6858000"/>
              <a:gd name="connsiteX24" fmla="*/ 1634153 w 6665818"/>
              <a:gd name="connsiteY24" fmla="*/ 4449388 h 6858000"/>
              <a:gd name="connsiteX25" fmla="*/ 813204 w 6665818"/>
              <a:gd name="connsiteY25" fmla="*/ 4449388 h 6858000"/>
              <a:gd name="connsiteX26" fmla="*/ 813204 w 6665818"/>
              <a:gd name="connsiteY26" fmla="*/ 3636183 h 6858000"/>
              <a:gd name="connsiteX27" fmla="*/ 0 w 6665818"/>
              <a:gd name="connsiteY27" fmla="*/ 3636183 h 6858000"/>
              <a:gd name="connsiteX28" fmla="*/ 0 w 6665818"/>
              <a:gd name="connsiteY28" fmla="*/ 3233452 h 6858000"/>
              <a:gd name="connsiteX29" fmla="*/ 813204 w 6665818"/>
              <a:gd name="connsiteY29" fmla="*/ 3233452 h 6858000"/>
              <a:gd name="connsiteX30" fmla="*/ 813204 w 6665818"/>
              <a:gd name="connsiteY30" fmla="*/ 2397017 h 6858000"/>
              <a:gd name="connsiteX31" fmla="*/ 1634153 w 6665818"/>
              <a:gd name="connsiteY31" fmla="*/ 2397017 h 6858000"/>
              <a:gd name="connsiteX32" fmla="*/ 1634153 w 6665818"/>
              <a:gd name="connsiteY32" fmla="*/ 1607048 h 6858000"/>
              <a:gd name="connsiteX33" fmla="*/ 813204 w 6665818"/>
              <a:gd name="connsiteY33" fmla="*/ 1607048 h 6858000"/>
              <a:gd name="connsiteX34" fmla="*/ 813204 w 6665818"/>
              <a:gd name="connsiteY34" fmla="*/ 793844 h 6858000"/>
              <a:gd name="connsiteX35" fmla="*/ 2423859 w 6665818"/>
              <a:gd name="connsiteY35" fmla="*/ 793844 h 6858000"/>
              <a:gd name="connsiteX36" fmla="*/ 0 w 6665818"/>
              <a:gd name="connsiteY36" fmla="*/ 0 h 6858000"/>
              <a:gd name="connsiteX37" fmla="*/ 805461 w 6665818"/>
              <a:gd name="connsiteY37" fmla="*/ 0 h 6858000"/>
              <a:gd name="connsiteX38" fmla="*/ 805461 w 6665818"/>
              <a:gd name="connsiteY38" fmla="*/ 828693 h 6858000"/>
              <a:gd name="connsiteX39" fmla="*/ 0 w 6665818"/>
              <a:gd name="connsiteY39" fmla="*/ 8286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665818" h="6858000">
                <a:moveTo>
                  <a:pt x="0" y="6029327"/>
                </a:moveTo>
                <a:lnTo>
                  <a:pt x="805461" y="6029327"/>
                </a:lnTo>
                <a:lnTo>
                  <a:pt x="805461" y="6858000"/>
                </a:lnTo>
                <a:lnTo>
                  <a:pt x="0" y="6858000"/>
                </a:lnTo>
                <a:close/>
                <a:moveTo>
                  <a:pt x="0" y="4426153"/>
                </a:moveTo>
                <a:lnTo>
                  <a:pt x="805461" y="4426153"/>
                </a:lnTo>
                <a:lnTo>
                  <a:pt x="805461" y="5254847"/>
                </a:lnTo>
                <a:lnTo>
                  <a:pt x="0" y="5254847"/>
                </a:lnTo>
                <a:close/>
                <a:moveTo>
                  <a:pt x="0" y="1607047"/>
                </a:moveTo>
                <a:lnTo>
                  <a:pt x="805461" y="1607047"/>
                </a:lnTo>
                <a:lnTo>
                  <a:pt x="805461" y="2435741"/>
                </a:lnTo>
                <a:lnTo>
                  <a:pt x="0" y="2435741"/>
                </a:lnTo>
                <a:close/>
                <a:moveTo>
                  <a:pt x="2423859" y="3874"/>
                </a:moveTo>
                <a:lnTo>
                  <a:pt x="6665818" y="3874"/>
                </a:lnTo>
                <a:lnTo>
                  <a:pt x="6665818" y="6858000"/>
                </a:lnTo>
                <a:lnTo>
                  <a:pt x="3237063" y="6858000"/>
                </a:lnTo>
                <a:lnTo>
                  <a:pt x="3237063" y="6068051"/>
                </a:lnTo>
                <a:lnTo>
                  <a:pt x="2439612" y="6068051"/>
                </a:lnTo>
                <a:lnTo>
                  <a:pt x="2439612" y="6858000"/>
                </a:lnTo>
                <a:lnTo>
                  <a:pt x="1634153" y="6858000"/>
                </a:lnTo>
                <a:lnTo>
                  <a:pt x="1634153" y="6068051"/>
                </a:lnTo>
                <a:lnTo>
                  <a:pt x="820949" y="6068051"/>
                </a:lnTo>
                <a:lnTo>
                  <a:pt x="820949" y="5239357"/>
                </a:lnTo>
                <a:lnTo>
                  <a:pt x="1634153" y="5239357"/>
                </a:lnTo>
                <a:lnTo>
                  <a:pt x="1634153" y="4449388"/>
                </a:lnTo>
                <a:lnTo>
                  <a:pt x="813204" y="4449388"/>
                </a:lnTo>
                <a:lnTo>
                  <a:pt x="813204" y="3636183"/>
                </a:lnTo>
                <a:lnTo>
                  <a:pt x="0" y="3636183"/>
                </a:lnTo>
                <a:lnTo>
                  <a:pt x="0" y="3233452"/>
                </a:lnTo>
                <a:lnTo>
                  <a:pt x="813204" y="3233452"/>
                </a:lnTo>
                <a:lnTo>
                  <a:pt x="813204" y="2397017"/>
                </a:lnTo>
                <a:lnTo>
                  <a:pt x="1634153" y="2397017"/>
                </a:lnTo>
                <a:lnTo>
                  <a:pt x="1634153" y="1607048"/>
                </a:lnTo>
                <a:lnTo>
                  <a:pt x="813204" y="1607048"/>
                </a:lnTo>
                <a:lnTo>
                  <a:pt x="813204" y="793844"/>
                </a:lnTo>
                <a:lnTo>
                  <a:pt x="2423859" y="793844"/>
                </a:lnTo>
                <a:close/>
                <a:moveTo>
                  <a:pt x="0" y="0"/>
                </a:moveTo>
                <a:lnTo>
                  <a:pt x="805461" y="0"/>
                </a:lnTo>
                <a:lnTo>
                  <a:pt x="805461" y="828693"/>
                </a:lnTo>
                <a:lnTo>
                  <a:pt x="0" y="828693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pic>
        <p:nvPicPr>
          <p:cNvPr id="17" name="Picture 20">
            <a:extLst>
              <a:ext uri="{FF2B5EF4-FFF2-40B4-BE49-F238E27FC236}">
                <a16:creationId xmlns:a16="http://schemas.microsoft.com/office/drawing/2014/main" id="{54863756-5A8F-FACB-D3C0-35266B4EC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42" y="479658"/>
            <a:ext cx="1461813" cy="856416"/>
          </a:xfrm>
          <a:prstGeom prst="rect">
            <a:avLst/>
          </a:prstGeom>
        </p:spPr>
      </p:pic>
      <p:sp>
        <p:nvSpPr>
          <p:cNvPr id="18" name="Titre 1">
            <a:extLst>
              <a:ext uri="{FF2B5EF4-FFF2-40B4-BE49-F238E27FC236}">
                <a16:creationId xmlns:a16="http://schemas.microsoft.com/office/drawing/2014/main" id="{62DD2536-608C-63CB-0B5F-F23A9ABE6C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3543" y="2520055"/>
            <a:ext cx="5319720" cy="121490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223D7C"/>
                </a:solidFill>
                <a:latin typeface="Poppins Black" panose="00000A00000000000000" pitchFamily="2" charset="0"/>
                <a:cs typeface="Poppins Black" panose="00000A00000000000000" pitchFamily="2" charset="0"/>
              </a:defRPr>
            </a:lvl1pPr>
          </a:lstStyle>
          <a:p>
            <a:r>
              <a:rPr lang="fr-FR" dirty="0"/>
              <a:t>TÍTULO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5DF2E961-2DBD-2E5B-56C7-E14D5E0362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3543" y="3882676"/>
            <a:ext cx="5319720" cy="336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06EA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Nome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2A7EC635-B6D8-C4A2-7C2B-D81340D0C4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543" y="4365193"/>
            <a:ext cx="5319720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rgbClr val="006EAC"/>
                </a:solidFill>
              </a:defRPr>
            </a:lvl1pPr>
          </a:lstStyle>
          <a:p>
            <a:pPr lvl="0"/>
            <a:r>
              <a:rPr lang="fr-FR" dirty="0"/>
              <a:t>Departamento</a:t>
            </a:r>
          </a:p>
        </p:txBody>
      </p:sp>
    </p:spTree>
    <p:extLst>
      <p:ext uri="{BB962C8B-B14F-4D97-AF65-F5344CB8AC3E}">
        <p14:creationId xmlns:p14="http://schemas.microsoft.com/office/powerpoint/2010/main" val="216358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com figura_1 esc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C4F0F742-4989-A0D5-CE2E-6B5A6B4017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92"/>
            <a:ext cx="12192000" cy="6851815"/>
          </a:xfrm>
          <a:prstGeom prst="rect">
            <a:avLst/>
          </a:prstGeom>
        </p:spPr>
      </p:pic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EA82BE-CC34-E919-0706-CAC960E8EC0A}"/>
              </a:ext>
            </a:extLst>
          </p:cNvPr>
          <p:cNvSpPr/>
          <p:nvPr userDrawn="1"/>
        </p:nvSpPr>
        <p:spPr>
          <a:xfrm>
            <a:off x="9146400" y="1144800"/>
            <a:ext cx="1522800" cy="11448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F389E4-350A-40F9-54DE-A503C5072000}"/>
              </a:ext>
            </a:extLst>
          </p:cNvPr>
          <p:cNvSpPr/>
          <p:nvPr userDrawn="1"/>
        </p:nvSpPr>
        <p:spPr>
          <a:xfrm>
            <a:off x="6086272" y="2309056"/>
            <a:ext cx="1522800" cy="11448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D92335-E8BC-B74C-7872-C00AF73F1468}"/>
              </a:ext>
            </a:extLst>
          </p:cNvPr>
          <p:cNvSpPr/>
          <p:nvPr userDrawn="1"/>
        </p:nvSpPr>
        <p:spPr>
          <a:xfrm>
            <a:off x="7613872" y="3457243"/>
            <a:ext cx="1522800" cy="11448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DBAF4E-6879-A3ED-C176-FC0F891C5324}"/>
              </a:ext>
            </a:extLst>
          </p:cNvPr>
          <p:cNvSpPr/>
          <p:nvPr userDrawn="1"/>
        </p:nvSpPr>
        <p:spPr>
          <a:xfrm>
            <a:off x="9146400" y="4585974"/>
            <a:ext cx="1522800" cy="11448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B8DD64A8-D3F5-F5E0-D262-57F8C89038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42" y="444083"/>
            <a:ext cx="1461813" cy="888354"/>
          </a:xfrm>
          <a:prstGeom prst="rect">
            <a:avLst/>
          </a:prstGeom>
        </p:spPr>
      </p:pic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D1D11F9A-6F91-C1B4-BC6D-31009DBF45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3543" y="4365193"/>
            <a:ext cx="5319720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rgbClr val="56BACA"/>
                </a:solidFill>
              </a:defRPr>
            </a:lvl1pPr>
          </a:lstStyle>
          <a:p>
            <a:pPr lvl="0"/>
            <a:r>
              <a:rPr lang="fr-FR" dirty="0"/>
              <a:t>Departamento</a:t>
            </a:r>
          </a:p>
        </p:txBody>
      </p:sp>
      <p:sp>
        <p:nvSpPr>
          <p:cNvPr id="5" name="Picture Placeholder 44">
            <a:extLst>
              <a:ext uri="{FF2B5EF4-FFF2-40B4-BE49-F238E27FC236}">
                <a16:creationId xmlns:a16="http://schemas.microsoft.com/office/drawing/2014/main" id="{F3617E8A-663B-0992-6FF9-A9BFB869C6D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16162" y="1"/>
            <a:ext cx="5975838" cy="6858000"/>
          </a:xfrm>
          <a:custGeom>
            <a:avLst/>
            <a:gdLst>
              <a:gd name="connsiteX0" fmla="*/ 0 w 6665818"/>
              <a:gd name="connsiteY0" fmla="*/ 6029327 h 6858000"/>
              <a:gd name="connsiteX1" fmla="*/ 805461 w 6665818"/>
              <a:gd name="connsiteY1" fmla="*/ 6029327 h 6858000"/>
              <a:gd name="connsiteX2" fmla="*/ 805461 w 6665818"/>
              <a:gd name="connsiteY2" fmla="*/ 6858000 h 6858000"/>
              <a:gd name="connsiteX3" fmla="*/ 0 w 6665818"/>
              <a:gd name="connsiteY3" fmla="*/ 6858000 h 6858000"/>
              <a:gd name="connsiteX4" fmla="*/ 0 w 6665818"/>
              <a:gd name="connsiteY4" fmla="*/ 4426153 h 6858000"/>
              <a:gd name="connsiteX5" fmla="*/ 805461 w 6665818"/>
              <a:gd name="connsiteY5" fmla="*/ 4426153 h 6858000"/>
              <a:gd name="connsiteX6" fmla="*/ 805461 w 6665818"/>
              <a:gd name="connsiteY6" fmla="*/ 5254847 h 6858000"/>
              <a:gd name="connsiteX7" fmla="*/ 0 w 6665818"/>
              <a:gd name="connsiteY7" fmla="*/ 5254847 h 6858000"/>
              <a:gd name="connsiteX8" fmla="*/ 0 w 6665818"/>
              <a:gd name="connsiteY8" fmla="*/ 1607047 h 6858000"/>
              <a:gd name="connsiteX9" fmla="*/ 805461 w 6665818"/>
              <a:gd name="connsiteY9" fmla="*/ 1607047 h 6858000"/>
              <a:gd name="connsiteX10" fmla="*/ 805461 w 6665818"/>
              <a:gd name="connsiteY10" fmla="*/ 2435741 h 6858000"/>
              <a:gd name="connsiteX11" fmla="*/ 0 w 6665818"/>
              <a:gd name="connsiteY11" fmla="*/ 2435741 h 6858000"/>
              <a:gd name="connsiteX12" fmla="*/ 2423859 w 6665818"/>
              <a:gd name="connsiteY12" fmla="*/ 3874 h 6858000"/>
              <a:gd name="connsiteX13" fmla="*/ 6665818 w 6665818"/>
              <a:gd name="connsiteY13" fmla="*/ 3874 h 6858000"/>
              <a:gd name="connsiteX14" fmla="*/ 6665818 w 6665818"/>
              <a:gd name="connsiteY14" fmla="*/ 6858000 h 6858000"/>
              <a:gd name="connsiteX15" fmla="*/ 3237063 w 6665818"/>
              <a:gd name="connsiteY15" fmla="*/ 6858000 h 6858000"/>
              <a:gd name="connsiteX16" fmla="*/ 3237063 w 6665818"/>
              <a:gd name="connsiteY16" fmla="*/ 6068051 h 6858000"/>
              <a:gd name="connsiteX17" fmla="*/ 2439612 w 6665818"/>
              <a:gd name="connsiteY17" fmla="*/ 6068051 h 6858000"/>
              <a:gd name="connsiteX18" fmla="*/ 2439612 w 6665818"/>
              <a:gd name="connsiteY18" fmla="*/ 6858000 h 6858000"/>
              <a:gd name="connsiteX19" fmla="*/ 1634153 w 6665818"/>
              <a:gd name="connsiteY19" fmla="*/ 6858000 h 6858000"/>
              <a:gd name="connsiteX20" fmla="*/ 1634153 w 6665818"/>
              <a:gd name="connsiteY20" fmla="*/ 6068051 h 6858000"/>
              <a:gd name="connsiteX21" fmla="*/ 820949 w 6665818"/>
              <a:gd name="connsiteY21" fmla="*/ 6068051 h 6858000"/>
              <a:gd name="connsiteX22" fmla="*/ 820949 w 6665818"/>
              <a:gd name="connsiteY22" fmla="*/ 5239357 h 6858000"/>
              <a:gd name="connsiteX23" fmla="*/ 1634153 w 6665818"/>
              <a:gd name="connsiteY23" fmla="*/ 5239357 h 6858000"/>
              <a:gd name="connsiteX24" fmla="*/ 1634153 w 6665818"/>
              <a:gd name="connsiteY24" fmla="*/ 4449388 h 6858000"/>
              <a:gd name="connsiteX25" fmla="*/ 813204 w 6665818"/>
              <a:gd name="connsiteY25" fmla="*/ 4449388 h 6858000"/>
              <a:gd name="connsiteX26" fmla="*/ 813204 w 6665818"/>
              <a:gd name="connsiteY26" fmla="*/ 3636183 h 6858000"/>
              <a:gd name="connsiteX27" fmla="*/ 0 w 6665818"/>
              <a:gd name="connsiteY27" fmla="*/ 3636183 h 6858000"/>
              <a:gd name="connsiteX28" fmla="*/ 0 w 6665818"/>
              <a:gd name="connsiteY28" fmla="*/ 3233452 h 6858000"/>
              <a:gd name="connsiteX29" fmla="*/ 813204 w 6665818"/>
              <a:gd name="connsiteY29" fmla="*/ 3233452 h 6858000"/>
              <a:gd name="connsiteX30" fmla="*/ 813204 w 6665818"/>
              <a:gd name="connsiteY30" fmla="*/ 2397017 h 6858000"/>
              <a:gd name="connsiteX31" fmla="*/ 1634153 w 6665818"/>
              <a:gd name="connsiteY31" fmla="*/ 2397017 h 6858000"/>
              <a:gd name="connsiteX32" fmla="*/ 1634153 w 6665818"/>
              <a:gd name="connsiteY32" fmla="*/ 1607048 h 6858000"/>
              <a:gd name="connsiteX33" fmla="*/ 813204 w 6665818"/>
              <a:gd name="connsiteY33" fmla="*/ 1607048 h 6858000"/>
              <a:gd name="connsiteX34" fmla="*/ 813204 w 6665818"/>
              <a:gd name="connsiteY34" fmla="*/ 793844 h 6858000"/>
              <a:gd name="connsiteX35" fmla="*/ 2423859 w 6665818"/>
              <a:gd name="connsiteY35" fmla="*/ 793844 h 6858000"/>
              <a:gd name="connsiteX36" fmla="*/ 0 w 6665818"/>
              <a:gd name="connsiteY36" fmla="*/ 0 h 6858000"/>
              <a:gd name="connsiteX37" fmla="*/ 805461 w 6665818"/>
              <a:gd name="connsiteY37" fmla="*/ 0 h 6858000"/>
              <a:gd name="connsiteX38" fmla="*/ 805461 w 6665818"/>
              <a:gd name="connsiteY38" fmla="*/ 828693 h 6858000"/>
              <a:gd name="connsiteX39" fmla="*/ 0 w 6665818"/>
              <a:gd name="connsiteY39" fmla="*/ 8286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665818" h="6858000">
                <a:moveTo>
                  <a:pt x="0" y="6029327"/>
                </a:moveTo>
                <a:lnTo>
                  <a:pt x="805461" y="6029327"/>
                </a:lnTo>
                <a:lnTo>
                  <a:pt x="805461" y="6858000"/>
                </a:lnTo>
                <a:lnTo>
                  <a:pt x="0" y="6858000"/>
                </a:lnTo>
                <a:close/>
                <a:moveTo>
                  <a:pt x="0" y="4426153"/>
                </a:moveTo>
                <a:lnTo>
                  <a:pt x="805461" y="4426153"/>
                </a:lnTo>
                <a:lnTo>
                  <a:pt x="805461" y="5254847"/>
                </a:lnTo>
                <a:lnTo>
                  <a:pt x="0" y="5254847"/>
                </a:lnTo>
                <a:close/>
                <a:moveTo>
                  <a:pt x="0" y="1607047"/>
                </a:moveTo>
                <a:lnTo>
                  <a:pt x="805461" y="1607047"/>
                </a:lnTo>
                <a:lnTo>
                  <a:pt x="805461" y="2435741"/>
                </a:lnTo>
                <a:lnTo>
                  <a:pt x="0" y="2435741"/>
                </a:lnTo>
                <a:close/>
                <a:moveTo>
                  <a:pt x="2423859" y="3874"/>
                </a:moveTo>
                <a:lnTo>
                  <a:pt x="6665818" y="3874"/>
                </a:lnTo>
                <a:lnTo>
                  <a:pt x="6665818" y="6858000"/>
                </a:lnTo>
                <a:lnTo>
                  <a:pt x="3237063" y="6858000"/>
                </a:lnTo>
                <a:lnTo>
                  <a:pt x="3237063" y="6068051"/>
                </a:lnTo>
                <a:lnTo>
                  <a:pt x="2439612" y="6068051"/>
                </a:lnTo>
                <a:lnTo>
                  <a:pt x="2439612" y="6858000"/>
                </a:lnTo>
                <a:lnTo>
                  <a:pt x="1634153" y="6858000"/>
                </a:lnTo>
                <a:lnTo>
                  <a:pt x="1634153" y="6068051"/>
                </a:lnTo>
                <a:lnTo>
                  <a:pt x="820949" y="6068051"/>
                </a:lnTo>
                <a:lnTo>
                  <a:pt x="820949" y="5239357"/>
                </a:lnTo>
                <a:lnTo>
                  <a:pt x="1634153" y="5239357"/>
                </a:lnTo>
                <a:lnTo>
                  <a:pt x="1634153" y="4449388"/>
                </a:lnTo>
                <a:lnTo>
                  <a:pt x="813204" y="4449388"/>
                </a:lnTo>
                <a:lnTo>
                  <a:pt x="813204" y="3636183"/>
                </a:lnTo>
                <a:lnTo>
                  <a:pt x="0" y="3636183"/>
                </a:lnTo>
                <a:lnTo>
                  <a:pt x="0" y="3233452"/>
                </a:lnTo>
                <a:lnTo>
                  <a:pt x="813204" y="3233452"/>
                </a:lnTo>
                <a:lnTo>
                  <a:pt x="813204" y="2397017"/>
                </a:lnTo>
                <a:lnTo>
                  <a:pt x="1634153" y="2397017"/>
                </a:lnTo>
                <a:lnTo>
                  <a:pt x="1634153" y="1607048"/>
                </a:lnTo>
                <a:lnTo>
                  <a:pt x="813204" y="1607048"/>
                </a:lnTo>
                <a:lnTo>
                  <a:pt x="813204" y="793844"/>
                </a:lnTo>
                <a:lnTo>
                  <a:pt x="2423859" y="793844"/>
                </a:lnTo>
                <a:close/>
                <a:moveTo>
                  <a:pt x="0" y="0"/>
                </a:moveTo>
                <a:lnTo>
                  <a:pt x="805461" y="0"/>
                </a:lnTo>
                <a:lnTo>
                  <a:pt x="805461" y="828693"/>
                </a:lnTo>
                <a:lnTo>
                  <a:pt x="0" y="828693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D1B174C-5F7C-A052-2936-2DBFD9CAC0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3543" y="2520055"/>
            <a:ext cx="5319720" cy="121490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defRPr>
            </a:lvl1pPr>
          </a:lstStyle>
          <a:p>
            <a:r>
              <a:rPr lang="fr-FR" dirty="0"/>
              <a:t>TÍTULO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643FD6E9-76D0-B376-D821-AEA8C349FF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3543" y="3882676"/>
            <a:ext cx="5319720" cy="336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A2BB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Nome</a:t>
            </a:r>
          </a:p>
        </p:txBody>
      </p:sp>
    </p:spTree>
    <p:extLst>
      <p:ext uri="{BB962C8B-B14F-4D97-AF65-F5344CB8AC3E}">
        <p14:creationId xmlns:p14="http://schemas.microsoft.com/office/powerpoint/2010/main" val="526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com figura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C4F0F742-4989-A0D5-CE2E-6B5A6B4017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56" y="528468"/>
            <a:ext cx="11083636" cy="6234545"/>
          </a:xfrm>
          <a:prstGeom prst="rect">
            <a:avLst/>
          </a:prstGeom>
        </p:spPr>
      </p:pic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666371-8068-08D1-E916-6946AC2A83A5}"/>
              </a:ext>
            </a:extLst>
          </p:cNvPr>
          <p:cNvSpPr/>
          <p:nvPr userDrawn="1"/>
        </p:nvSpPr>
        <p:spPr>
          <a:xfrm>
            <a:off x="10669200" y="0"/>
            <a:ext cx="1522800" cy="11448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56D282-20B1-1472-BD24-D2F08F2BC5D9}"/>
              </a:ext>
            </a:extLst>
          </p:cNvPr>
          <p:cNvSpPr/>
          <p:nvPr userDrawn="1"/>
        </p:nvSpPr>
        <p:spPr>
          <a:xfrm>
            <a:off x="9146400" y="0"/>
            <a:ext cx="1522800" cy="1144800"/>
          </a:xfrm>
          <a:prstGeom prst="rect">
            <a:avLst/>
          </a:prstGeom>
          <a:solidFill>
            <a:srgbClr val="006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9C2E6C-AD4D-4C6E-85E2-7AFFA8EF6997}"/>
              </a:ext>
            </a:extLst>
          </p:cNvPr>
          <p:cNvSpPr/>
          <p:nvPr userDrawn="1"/>
        </p:nvSpPr>
        <p:spPr>
          <a:xfrm>
            <a:off x="10669200" y="1144800"/>
            <a:ext cx="1522800" cy="11448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EA82BE-CC34-E919-0706-CAC960E8EC0A}"/>
              </a:ext>
            </a:extLst>
          </p:cNvPr>
          <p:cNvSpPr/>
          <p:nvPr userDrawn="1"/>
        </p:nvSpPr>
        <p:spPr>
          <a:xfrm>
            <a:off x="9146400" y="1144800"/>
            <a:ext cx="1522800" cy="114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BB522F-0E37-A182-F9C0-B37B2CBEA0F1}"/>
              </a:ext>
            </a:extLst>
          </p:cNvPr>
          <p:cNvSpPr/>
          <p:nvPr userDrawn="1"/>
        </p:nvSpPr>
        <p:spPr>
          <a:xfrm>
            <a:off x="7615820" y="2293808"/>
            <a:ext cx="1522800" cy="1156248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F389E4-350A-40F9-54DE-A503C5072000}"/>
              </a:ext>
            </a:extLst>
          </p:cNvPr>
          <p:cNvSpPr/>
          <p:nvPr userDrawn="1"/>
        </p:nvSpPr>
        <p:spPr>
          <a:xfrm>
            <a:off x="6093415" y="2293808"/>
            <a:ext cx="1522800" cy="1156248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D92335-E8BC-B74C-7872-C00AF73F1468}"/>
              </a:ext>
            </a:extLst>
          </p:cNvPr>
          <p:cNvSpPr/>
          <p:nvPr userDrawn="1"/>
        </p:nvSpPr>
        <p:spPr>
          <a:xfrm>
            <a:off x="7613872" y="3452481"/>
            <a:ext cx="1522800" cy="114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F9E0BA-355D-5615-26A3-601DEEA88327}"/>
              </a:ext>
            </a:extLst>
          </p:cNvPr>
          <p:cNvSpPr/>
          <p:nvPr userDrawn="1"/>
        </p:nvSpPr>
        <p:spPr>
          <a:xfrm>
            <a:off x="6093415" y="3452048"/>
            <a:ext cx="1522800" cy="1144800"/>
          </a:xfrm>
          <a:prstGeom prst="rect">
            <a:avLst/>
          </a:prstGeom>
          <a:solidFill>
            <a:srgbClr val="2B71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293EB80-962C-4ABA-A43C-5332A594F4F5}"/>
              </a:ext>
            </a:extLst>
          </p:cNvPr>
          <p:cNvSpPr/>
          <p:nvPr userDrawn="1"/>
        </p:nvSpPr>
        <p:spPr>
          <a:xfrm>
            <a:off x="10666819" y="5724000"/>
            <a:ext cx="1522800" cy="11448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01C4EBF-92E9-44DF-EA11-3A969969A7EF}"/>
              </a:ext>
            </a:extLst>
          </p:cNvPr>
          <p:cNvSpPr/>
          <p:nvPr userDrawn="1"/>
        </p:nvSpPr>
        <p:spPr>
          <a:xfrm>
            <a:off x="9146400" y="5724000"/>
            <a:ext cx="1522800" cy="1144800"/>
          </a:xfrm>
          <a:prstGeom prst="rect">
            <a:avLst/>
          </a:prstGeom>
          <a:solidFill>
            <a:srgbClr val="006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28CDA2C5-5E7F-A867-9DC6-AF1A535D4C5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5225" y="-1588"/>
            <a:ext cx="3050400" cy="22911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Clique para inserir imagem</a:t>
            </a:r>
          </a:p>
        </p:txBody>
      </p:sp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258CB954-7945-A4D4-E7DA-A481686628C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40825" y="2289175"/>
            <a:ext cx="3051175" cy="229393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1ED1F59F-7FFE-4FA5-6D0C-B5A4CA9257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5206" y="4583113"/>
            <a:ext cx="3051175" cy="228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DBAF4E-6879-A3ED-C176-FC0F891C5324}"/>
              </a:ext>
            </a:extLst>
          </p:cNvPr>
          <p:cNvSpPr/>
          <p:nvPr userDrawn="1"/>
        </p:nvSpPr>
        <p:spPr>
          <a:xfrm>
            <a:off x="9144324" y="4580250"/>
            <a:ext cx="1522800" cy="1156248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92845B-8D2D-C105-1E41-90F5F0658239}"/>
              </a:ext>
            </a:extLst>
          </p:cNvPr>
          <p:cNvSpPr/>
          <p:nvPr userDrawn="1"/>
        </p:nvSpPr>
        <p:spPr>
          <a:xfrm>
            <a:off x="10669200" y="4580250"/>
            <a:ext cx="1522800" cy="1156248"/>
          </a:xfrm>
          <a:prstGeom prst="rect">
            <a:avLst/>
          </a:prstGeom>
          <a:solidFill>
            <a:srgbClr val="006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20">
            <a:extLst>
              <a:ext uri="{FF2B5EF4-FFF2-40B4-BE49-F238E27FC236}">
                <a16:creationId xmlns:a16="http://schemas.microsoft.com/office/drawing/2014/main" id="{BC0682FB-F55B-2175-E75F-1969C58197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42" y="479658"/>
            <a:ext cx="1461813" cy="856416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498FCBAE-244F-ECB3-B297-EB099900CF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3543" y="2520055"/>
            <a:ext cx="5319720" cy="121490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223D7C"/>
                </a:solidFill>
                <a:latin typeface="Poppins Black" panose="00000A00000000000000" pitchFamily="2" charset="0"/>
                <a:cs typeface="Poppins Black" panose="00000A00000000000000" pitchFamily="2" charset="0"/>
              </a:defRPr>
            </a:lvl1pPr>
          </a:lstStyle>
          <a:p>
            <a:r>
              <a:rPr lang="fr-FR" dirty="0"/>
              <a:t>TÍTULO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D6598021-5E0C-E233-F8A2-BB82B19C1C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3543" y="3882676"/>
            <a:ext cx="5319720" cy="336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06EA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Nome</a:t>
            </a:r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BE4D88B2-413F-58F5-FB46-C2716DD3EB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543" y="4365193"/>
            <a:ext cx="5319720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rgbClr val="006EAC"/>
                </a:solidFill>
              </a:defRPr>
            </a:lvl1pPr>
          </a:lstStyle>
          <a:p>
            <a:pPr lvl="0"/>
            <a:r>
              <a:rPr lang="fr-FR" dirty="0"/>
              <a:t>Departamento</a:t>
            </a: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F6F46007-3FF3-C072-B4E8-1EDF84AA1D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58032" y="6296400"/>
            <a:ext cx="1343570" cy="49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44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com figuras_2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C4F0F742-4989-A0D5-CE2E-6B5A6B4017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92"/>
            <a:ext cx="12192000" cy="6851815"/>
          </a:xfrm>
          <a:prstGeom prst="rect">
            <a:avLst/>
          </a:prstGeom>
        </p:spPr>
      </p:pic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666371-8068-08D1-E916-6946AC2A83A5}"/>
              </a:ext>
            </a:extLst>
          </p:cNvPr>
          <p:cNvSpPr/>
          <p:nvPr userDrawn="1"/>
        </p:nvSpPr>
        <p:spPr>
          <a:xfrm>
            <a:off x="10669200" y="0"/>
            <a:ext cx="1522800" cy="11448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56D282-20B1-1472-BD24-D2F08F2BC5D9}"/>
              </a:ext>
            </a:extLst>
          </p:cNvPr>
          <p:cNvSpPr/>
          <p:nvPr userDrawn="1"/>
        </p:nvSpPr>
        <p:spPr>
          <a:xfrm>
            <a:off x="9146400" y="0"/>
            <a:ext cx="1522800" cy="1144800"/>
          </a:xfrm>
          <a:prstGeom prst="rect">
            <a:avLst/>
          </a:prstGeom>
          <a:solidFill>
            <a:srgbClr val="006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9C2E6C-AD4D-4C6E-85E2-7AFFA8EF6997}"/>
              </a:ext>
            </a:extLst>
          </p:cNvPr>
          <p:cNvSpPr/>
          <p:nvPr userDrawn="1"/>
        </p:nvSpPr>
        <p:spPr>
          <a:xfrm>
            <a:off x="10669200" y="1144800"/>
            <a:ext cx="1522800" cy="1144800"/>
          </a:xfrm>
          <a:prstGeom prst="rect">
            <a:avLst/>
          </a:prstGeom>
          <a:solidFill>
            <a:srgbClr val="2B71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EA82BE-CC34-E919-0706-CAC960E8EC0A}"/>
              </a:ext>
            </a:extLst>
          </p:cNvPr>
          <p:cNvSpPr/>
          <p:nvPr userDrawn="1"/>
        </p:nvSpPr>
        <p:spPr>
          <a:xfrm>
            <a:off x="9146400" y="1144800"/>
            <a:ext cx="1522800" cy="11448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BB522F-0E37-A182-F9C0-B37B2CBEA0F1}"/>
              </a:ext>
            </a:extLst>
          </p:cNvPr>
          <p:cNvSpPr/>
          <p:nvPr userDrawn="1"/>
        </p:nvSpPr>
        <p:spPr>
          <a:xfrm>
            <a:off x="7608677" y="2309056"/>
            <a:ext cx="1522800" cy="11448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F389E4-350A-40F9-54DE-A503C5072000}"/>
              </a:ext>
            </a:extLst>
          </p:cNvPr>
          <p:cNvSpPr/>
          <p:nvPr userDrawn="1"/>
        </p:nvSpPr>
        <p:spPr>
          <a:xfrm>
            <a:off x="6086272" y="2309056"/>
            <a:ext cx="1522800" cy="11448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D92335-E8BC-B74C-7872-C00AF73F1468}"/>
              </a:ext>
            </a:extLst>
          </p:cNvPr>
          <p:cNvSpPr/>
          <p:nvPr userDrawn="1"/>
        </p:nvSpPr>
        <p:spPr>
          <a:xfrm>
            <a:off x="7613872" y="3457243"/>
            <a:ext cx="1522800" cy="11448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F9E0BA-355D-5615-26A3-601DEEA88327}"/>
              </a:ext>
            </a:extLst>
          </p:cNvPr>
          <p:cNvSpPr/>
          <p:nvPr userDrawn="1"/>
        </p:nvSpPr>
        <p:spPr>
          <a:xfrm>
            <a:off x="6086272" y="3452048"/>
            <a:ext cx="1522800" cy="1144800"/>
          </a:xfrm>
          <a:prstGeom prst="rect">
            <a:avLst/>
          </a:prstGeom>
          <a:solidFill>
            <a:srgbClr val="2B71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92845B-8D2D-C105-1E41-90F5F0658239}"/>
              </a:ext>
            </a:extLst>
          </p:cNvPr>
          <p:cNvSpPr/>
          <p:nvPr userDrawn="1"/>
        </p:nvSpPr>
        <p:spPr>
          <a:xfrm>
            <a:off x="10669200" y="4585974"/>
            <a:ext cx="1522800" cy="1144800"/>
          </a:xfrm>
          <a:prstGeom prst="rect">
            <a:avLst/>
          </a:prstGeom>
          <a:solidFill>
            <a:srgbClr val="006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DBAF4E-6879-A3ED-C176-FC0F891C5324}"/>
              </a:ext>
            </a:extLst>
          </p:cNvPr>
          <p:cNvSpPr/>
          <p:nvPr userDrawn="1"/>
        </p:nvSpPr>
        <p:spPr>
          <a:xfrm>
            <a:off x="9146400" y="4585974"/>
            <a:ext cx="1522800" cy="11448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293EB80-962C-4ABA-A43C-5332A594F4F5}"/>
              </a:ext>
            </a:extLst>
          </p:cNvPr>
          <p:cNvSpPr/>
          <p:nvPr userDrawn="1"/>
        </p:nvSpPr>
        <p:spPr>
          <a:xfrm>
            <a:off x="10669200" y="5724000"/>
            <a:ext cx="1522800" cy="11448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01C4EBF-92E9-44DF-EA11-3A969969A7EF}"/>
              </a:ext>
            </a:extLst>
          </p:cNvPr>
          <p:cNvSpPr/>
          <p:nvPr userDrawn="1"/>
        </p:nvSpPr>
        <p:spPr>
          <a:xfrm>
            <a:off x="9146400" y="5724000"/>
            <a:ext cx="1522800" cy="1144800"/>
          </a:xfrm>
          <a:prstGeom prst="rect">
            <a:avLst/>
          </a:prstGeom>
          <a:solidFill>
            <a:srgbClr val="006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28CDA2C5-5E7F-A867-9DC6-AF1A535D4C5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5225" y="-1588"/>
            <a:ext cx="3050400" cy="22911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258CB954-7945-A4D4-E7DA-A481686628C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40825" y="2289175"/>
            <a:ext cx="3051175" cy="229393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1ED1F59F-7FFE-4FA5-6D0C-B5A4CA9257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2825" y="4583113"/>
            <a:ext cx="3051175" cy="228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B8DD64A8-D3F5-F5E0-D262-57F8C89038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42" y="444083"/>
            <a:ext cx="1461813" cy="888354"/>
          </a:xfrm>
          <a:prstGeom prst="rect">
            <a:avLst/>
          </a:prstGeom>
        </p:spPr>
      </p:pic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D1D11F9A-6F91-C1B4-BC6D-31009DBF45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3543" y="4365193"/>
            <a:ext cx="5319720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rgbClr val="56BACA"/>
                </a:solidFill>
              </a:defRPr>
            </a:lvl1pPr>
          </a:lstStyle>
          <a:p>
            <a:pPr lvl="0"/>
            <a:r>
              <a:rPr lang="fr-FR" dirty="0"/>
              <a:t>Departamento</a:t>
            </a:r>
          </a:p>
        </p:txBody>
      </p:sp>
      <p:pic>
        <p:nvPicPr>
          <p:cNvPr id="31" name="Picture 12">
            <a:extLst>
              <a:ext uri="{FF2B5EF4-FFF2-40B4-BE49-F238E27FC236}">
                <a16:creationId xmlns:a16="http://schemas.microsoft.com/office/drawing/2014/main" id="{D5771F72-68FF-14BB-7CF0-186702CE69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58032" y="6296400"/>
            <a:ext cx="1343570" cy="495080"/>
          </a:xfrm>
          <a:prstGeom prst="rect">
            <a:avLst/>
          </a:prstGeom>
        </p:spPr>
      </p:pic>
      <p:sp>
        <p:nvSpPr>
          <p:cNvPr id="43" name="Titre 1">
            <a:extLst>
              <a:ext uri="{FF2B5EF4-FFF2-40B4-BE49-F238E27FC236}">
                <a16:creationId xmlns:a16="http://schemas.microsoft.com/office/drawing/2014/main" id="{1E3A30AF-528E-05F7-7BC2-ED917EE9F7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3543" y="2520055"/>
            <a:ext cx="5319720" cy="121490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defRPr>
            </a:lvl1pPr>
          </a:lstStyle>
          <a:p>
            <a:r>
              <a:rPr lang="fr-FR" dirty="0"/>
              <a:t>TÍTULO</a:t>
            </a:r>
          </a:p>
        </p:txBody>
      </p:sp>
      <p:sp>
        <p:nvSpPr>
          <p:cNvPr id="44" name="Sous-titre 2">
            <a:extLst>
              <a:ext uri="{FF2B5EF4-FFF2-40B4-BE49-F238E27FC236}">
                <a16:creationId xmlns:a16="http://schemas.microsoft.com/office/drawing/2014/main" id="{60EAA2F2-700F-4F6E-AFDA-AC17114CA9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3543" y="3882676"/>
            <a:ext cx="5319720" cy="336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A2BB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Nome</a:t>
            </a:r>
          </a:p>
        </p:txBody>
      </p:sp>
    </p:spTree>
    <p:extLst>
      <p:ext uri="{BB962C8B-B14F-4D97-AF65-F5344CB8AC3E}">
        <p14:creationId xmlns:p14="http://schemas.microsoft.com/office/powerpoint/2010/main" val="155775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180ECD99-A699-38F8-678E-1345299709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3403DE7-2E64-2DC2-E18A-21A9351AC9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07046" y="-2932513"/>
            <a:ext cx="653691" cy="651871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74E1912-ADA7-86A6-A143-2AE4CE7F71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925754" y="-2932505"/>
            <a:ext cx="653689" cy="6518699"/>
          </a:xfrm>
          <a:prstGeom prst="rect">
            <a:avLst/>
          </a:prstGeom>
        </p:spPr>
      </p:pic>
      <p:pic>
        <p:nvPicPr>
          <p:cNvPr id="4" name="Picture 59">
            <a:extLst>
              <a:ext uri="{FF2B5EF4-FFF2-40B4-BE49-F238E27FC236}">
                <a16:creationId xmlns:a16="http://schemas.microsoft.com/office/drawing/2014/main" id="{8684B853-2FA7-C947-EE4E-A91623C14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3567D758-BA8D-F478-A65B-9F532F6DD3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BF6BE6A1-A2ED-DACE-1C90-6D916C566A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4C3E3BEB-CDBB-00CA-5C2E-84ECE0A052D6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448645" y="4434569"/>
            <a:ext cx="7884640" cy="14296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223D7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Subtítulo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352F5775-6CFC-0592-80E7-912D76EF99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653" y="3803876"/>
            <a:ext cx="337414" cy="338138"/>
          </a:xfrm>
          <a:prstGeom prst="rect">
            <a:avLst/>
          </a:prstGeom>
        </p:spPr>
      </p:pic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CEB9CF6-C426-4EF8-6236-169F49EC701E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448645" y="2620846"/>
            <a:ext cx="7884640" cy="176405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400" b="1">
                <a:solidFill>
                  <a:srgbClr val="223D7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Título da seção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58C5F5A-EF5B-E81B-0CCC-614191E34D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814" y="2571323"/>
            <a:ext cx="2520077" cy="2102193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defRPr sz="13500">
                <a:solidFill>
                  <a:srgbClr val="223D7C"/>
                </a:solidFill>
              </a:defRPr>
            </a:lvl1pPr>
          </a:lstStyle>
          <a:p>
            <a:r>
              <a:rPr lang="pt-B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2242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ção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180ECD99-A699-38F8-678E-1345299709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92"/>
            <a:ext cx="12192000" cy="68518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4E958C-A4A1-C051-5AFD-7975E4ADA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814" y="2571323"/>
            <a:ext cx="2520077" cy="2102193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defRPr sz="13500">
                <a:solidFill>
                  <a:srgbClr val="58C0CE"/>
                </a:solidFill>
              </a:defRPr>
            </a:lvl1pPr>
          </a:lstStyle>
          <a:p>
            <a:r>
              <a:rPr lang="pt-BR" dirty="0"/>
              <a:t>0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FB3707F5-A87D-FE5E-4EAC-07FE8FDFCD4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448645" y="4434569"/>
            <a:ext cx="7884640" cy="14296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Subtítulo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0B75C8-56DF-5F5C-13A9-75234ED848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653" y="3803876"/>
            <a:ext cx="337414" cy="338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2FFD0B-55D1-D22A-EAE4-A6A51289AD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07046" y="-2932513"/>
            <a:ext cx="653691" cy="65187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4546C2-6A87-A510-1727-6C3DA9622A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925754" y="-2932505"/>
            <a:ext cx="653689" cy="6518699"/>
          </a:xfrm>
          <a:prstGeom prst="rect">
            <a:avLst/>
          </a:prstGeom>
        </p:spPr>
      </p:pic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A74383C-8FC5-7F4D-437E-E36118F9B10F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448645" y="2620846"/>
            <a:ext cx="7884640" cy="176405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Título da seção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45AE8AD0-2ED3-3FEB-A97C-EF48EED22E1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23" y="6436893"/>
            <a:ext cx="458595" cy="278692"/>
          </a:xfrm>
          <a:prstGeom prst="rect">
            <a:avLst/>
          </a:prstGeom>
        </p:spPr>
      </p:pic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31E3BB83-5D0E-A292-6523-F58113211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184" y="6440727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28229108-0D47-A876-E178-445C7FB688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9907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3458-5A32-1CA0-ECE9-28EAD1CC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091711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3B6D3-E728-3D86-ABF2-10EDC8C4E27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8246" y="1397614"/>
            <a:ext cx="10917116" cy="4800963"/>
          </a:xfrm>
          <a:prstGeom prst="rect">
            <a:avLst/>
          </a:prstGeom>
        </p:spPr>
        <p:txBody>
          <a:bodyPr/>
          <a:lstStyle>
            <a:lvl1pPr marL="514350" indent="-514350">
              <a:buSzPct val="100000"/>
              <a:buFont typeface="Wingdings" panose="05000000000000000000" pitchFamily="2" charset="2"/>
              <a:buChar char="§"/>
              <a:defRPr b="1">
                <a:solidFill>
                  <a:srgbClr val="006EA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914400" indent="-457200"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2pPr>
            <a:lvl3pPr marL="1371600" indent="-457200"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5pPr>
          </a:lstStyle>
          <a:p>
            <a:pPr lvl="0"/>
            <a:r>
              <a:rPr lang="fr-FR" dirty="0"/>
              <a:t>Clique para editar o texto</a:t>
            </a:r>
          </a:p>
          <a:p>
            <a:pPr lvl="1"/>
            <a:r>
              <a:rPr lang="fr-FR" dirty="0"/>
              <a:t>Segundo nível</a:t>
            </a:r>
          </a:p>
          <a:p>
            <a:pPr lvl="2"/>
            <a:r>
              <a:rPr lang="fr-FR" dirty="0"/>
              <a:t>Terceiro nível</a:t>
            </a:r>
          </a:p>
          <a:p>
            <a:pPr lvl="3"/>
            <a:r>
              <a:rPr lang="fr-FR" dirty="0"/>
              <a:t>Quarto nível</a:t>
            </a:r>
          </a:p>
          <a:p>
            <a:pPr lvl="4"/>
            <a:r>
              <a:rPr lang="fr-FR" dirty="0"/>
              <a:t>Quinto nível</a:t>
            </a:r>
          </a:p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ABED63-C2CD-4E07-0A91-1A72BB09A7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4286" y="0"/>
            <a:ext cx="687714" cy="6858000"/>
          </a:xfrm>
          <a:prstGeom prst="rect">
            <a:avLst/>
          </a:prstGeom>
        </p:spPr>
      </p:pic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1D13B17B-A148-D2B3-8DBB-A55C712D45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88233" y="6433028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  <p:pic>
        <p:nvPicPr>
          <p:cNvPr id="4" name="Picture 59">
            <a:extLst>
              <a:ext uri="{FF2B5EF4-FFF2-40B4-BE49-F238E27FC236}">
                <a16:creationId xmlns:a16="http://schemas.microsoft.com/office/drawing/2014/main" id="{73A55DE1-71DE-5FF2-99BD-1BA7C4C1B9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023637AF-E048-33F6-4BEB-24369EB1ECD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</p:spTree>
    <p:extLst>
      <p:ext uri="{BB962C8B-B14F-4D97-AF65-F5344CB8AC3E}">
        <p14:creationId xmlns:p14="http://schemas.microsoft.com/office/powerpoint/2010/main" val="558721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1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2E5441-4E7E-6D77-E708-3D288A3842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92"/>
            <a:ext cx="12192000" cy="68518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3BABF-8B9E-4615-25D8-07A3A6E667A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8245" y="1394521"/>
            <a:ext cx="10917115" cy="4800963"/>
          </a:xfrm>
          <a:prstGeom prst="rect">
            <a:avLst/>
          </a:prstGeom>
        </p:spPr>
        <p:txBody>
          <a:bodyPr/>
          <a:lstStyle>
            <a:lvl1pPr>
              <a:buClr>
                <a:srgbClr val="58C0CE"/>
              </a:buClr>
              <a:defRPr b="1">
                <a:solidFill>
                  <a:schemeClr val="bg1"/>
                </a:solidFill>
              </a:defRPr>
            </a:lvl1pPr>
            <a:lvl2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 para editar o texto</a:t>
            </a:r>
          </a:p>
          <a:p>
            <a:pPr lvl="1"/>
            <a:r>
              <a:rPr lang="fr-FR" dirty="0"/>
              <a:t>Segundo nível</a:t>
            </a:r>
          </a:p>
          <a:p>
            <a:pPr lvl="2"/>
            <a:r>
              <a:rPr lang="fr-FR" dirty="0"/>
              <a:t>Terceiro nível</a:t>
            </a:r>
          </a:p>
          <a:p>
            <a:pPr lvl="3"/>
            <a:r>
              <a:rPr lang="fr-FR" dirty="0"/>
              <a:t>Quarto nível</a:t>
            </a:r>
          </a:p>
          <a:p>
            <a:pPr lvl="4"/>
            <a:r>
              <a:rPr lang="fr-FR" dirty="0"/>
              <a:t>Quinto nível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F76A34B1-82D7-060A-1BA6-27851EF780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4286" y="0"/>
            <a:ext cx="687714" cy="6858000"/>
          </a:xfrm>
          <a:prstGeom prst="rect">
            <a:avLst/>
          </a:prstGeom>
        </p:spPr>
      </p:pic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4DD590A0-A7E5-1F85-7678-E5E4DFE788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72471" y="6440727"/>
            <a:ext cx="572889" cy="260350"/>
          </a:xfrm>
          <a:prstGeom prst="rect">
            <a:avLst/>
          </a:prstGeom>
          <a:solidFill>
            <a:srgbClr val="223D7C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33C973-AB3D-B37A-ECAC-9ACF16A43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151499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3DE8105-2E15-1E77-FFB1-2C95750271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23" y="6436893"/>
            <a:ext cx="458595" cy="278692"/>
          </a:xfrm>
          <a:prstGeom prst="rect">
            <a:avLst/>
          </a:prstGeom>
        </p:spPr>
      </p:pic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09A18008-148B-8981-8428-CBAEEB99F2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184" y="6440727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</p:spTree>
    <p:extLst>
      <p:ext uri="{BB962C8B-B14F-4D97-AF65-F5344CB8AC3E}">
        <p14:creationId xmlns:p14="http://schemas.microsoft.com/office/powerpoint/2010/main" val="392946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>
            <a:extLst>
              <a:ext uri="{FF2B5EF4-FFF2-40B4-BE49-F238E27FC236}">
                <a16:creationId xmlns:a16="http://schemas.microsoft.com/office/drawing/2014/main" id="{11C331C1-D7DE-E7AE-930B-17FB015E1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19" y="-1075514"/>
            <a:ext cx="2468399" cy="26289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226E359-5236-823D-2F45-D05B9DD2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091711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7A77044-2F49-6C59-26A8-47E4F4AF26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8246" y="1397614"/>
            <a:ext cx="10917116" cy="4800963"/>
          </a:xfrm>
          <a:prstGeom prst="rect">
            <a:avLst/>
          </a:prstGeom>
        </p:spPr>
        <p:txBody>
          <a:bodyPr/>
          <a:lstStyle>
            <a:lvl1pPr marL="514350" indent="-514350">
              <a:buSzPct val="100000"/>
              <a:buFont typeface="+mj-lt"/>
              <a:buAutoNum type="arabicPeriod"/>
              <a:defRPr b="1">
                <a:solidFill>
                  <a:srgbClr val="006EA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914400" indent="-457200">
              <a:buFont typeface="+mj-lt"/>
              <a:buAutoNum type="arabicPeriod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2pPr>
            <a:lvl3pPr marL="1371600" indent="-457200">
              <a:buFont typeface="+mj-lt"/>
              <a:buAutoNum type="arabicPeriod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5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21" name="Picture 59">
            <a:extLst>
              <a:ext uri="{FF2B5EF4-FFF2-40B4-BE49-F238E27FC236}">
                <a16:creationId xmlns:a16="http://schemas.microsoft.com/office/drawing/2014/main" id="{F3CA029B-E287-75BA-D7D1-135CE2C796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22" name="Espace réservé du texte 4">
            <a:extLst>
              <a:ext uri="{FF2B5EF4-FFF2-40B4-BE49-F238E27FC236}">
                <a16:creationId xmlns:a16="http://schemas.microsoft.com/office/drawing/2014/main" id="{7CF57B16-EEB5-2C4A-11B2-F03B6F9D34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72237588-8CF0-A4C1-B22C-2BA93D3E67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669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8" userDrawn="1">
          <p15:clr>
            <a:srgbClr val="FBAE40"/>
          </p15:clr>
        </p15:guide>
        <p15:guide id="2" pos="755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2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2E5441-4E7E-6D77-E708-3D288A3842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92"/>
            <a:ext cx="12192000" cy="685181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5273C58-6470-08B3-215C-9E0C9E777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151499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pic>
        <p:nvPicPr>
          <p:cNvPr id="47" name="Picture 11">
            <a:extLst>
              <a:ext uri="{FF2B5EF4-FFF2-40B4-BE49-F238E27FC236}">
                <a16:creationId xmlns:a16="http://schemas.microsoft.com/office/drawing/2014/main" id="{176646A3-1283-98DC-C2F0-E0B965F20A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19" y="-1075514"/>
            <a:ext cx="2468399" cy="2628900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4D09E5CB-834A-F17E-C546-C2B24A8C9F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8246" y="1397614"/>
            <a:ext cx="10917116" cy="4800963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+mj-lt"/>
              <a:buNone/>
              <a:defRPr b="1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914400" indent="-457200">
              <a:buFont typeface="+mj-lt"/>
              <a:buAutoNum type="arabicPeriod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2pPr>
            <a:lvl3pPr marL="1371600" indent="-457200">
              <a:buFont typeface="+mj-lt"/>
              <a:buAutoNum type="arabicPeriod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5pPr>
          </a:lstStyle>
          <a:p>
            <a:pPr lvl="0"/>
            <a:r>
              <a:rPr lang="en-US" dirty="0"/>
              <a:t>1. 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55" name="Imagem 54">
            <a:extLst>
              <a:ext uri="{FF2B5EF4-FFF2-40B4-BE49-F238E27FC236}">
                <a16:creationId xmlns:a16="http://schemas.microsoft.com/office/drawing/2014/main" id="{6FB5CA84-5929-D521-5212-9E90D85D4A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23" y="6436893"/>
            <a:ext cx="458595" cy="278692"/>
          </a:xfrm>
          <a:prstGeom prst="rect">
            <a:avLst/>
          </a:prstGeom>
        </p:spPr>
      </p:pic>
      <p:sp>
        <p:nvSpPr>
          <p:cNvPr id="56" name="Espace réservé du texte 4">
            <a:extLst>
              <a:ext uri="{FF2B5EF4-FFF2-40B4-BE49-F238E27FC236}">
                <a16:creationId xmlns:a16="http://schemas.microsoft.com/office/drawing/2014/main" id="{25DF4DCE-828F-E7D4-3481-A0DF34403C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184" y="6440727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57" name="Espace réservé du texte 4">
            <a:extLst>
              <a:ext uri="{FF2B5EF4-FFF2-40B4-BE49-F238E27FC236}">
                <a16:creationId xmlns:a16="http://schemas.microsoft.com/office/drawing/2014/main" id="{FACC1B39-AC3E-EE18-33D9-76EA3BC3D4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3460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8C01824-692D-46CC-D540-853133CC275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8246" y="1412386"/>
            <a:ext cx="5583116" cy="4575175"/>
          </a:xfrm>
          <a:prstGeom prst="rect">
            <a:avLst/>
          </a:prstGeom>
        </p:spPr>
        <p:txBody>
          <a:bodyPr/>
          <a:lstStyle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Clique para editar o texto</a:t>
            </a:r>
          </a:p>
          <a:p>
            <a:pPr lvl="1"/>
            <a:r>
              <a:rPr lang="fr-FR" dirty="0"/>
              <a:t>Segundo nível</a:t>
            </a:r>
          </a:p>
          <a:p>
            <a:pPr lvl="2"/>
            <a:r>
              <a:rPr lang="fr-FR" dirty="0"/>
              <a:t>Terceiro nível</a:t>
            </a:r>
          </a:p>
          <a:p>
            <a:pPr lvl="3"/>
            <a:r>
              <a:rPr lang="fr-FR" dirty="0"/>
              <a:t>Quarto nível</a:t>
            </a:r>
          </a:p>
          <a:p>
            <a:pPr lvl="4"/>
            <a:r>
              <a:rPr lang="fr-FR" dirty="0"/>
              <a:t>Quinto nível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B2FA976-F550-2324-72E1-88BA32857DF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60126" y="1412386"/>
            <a:ext cx="5583116" cy="4575175"/>
          </a:xfrm>
          <a:prstGeom prst="rect">
            <a:avLst/>
          </a:prstGeom>
        </p:spPr>
        <p:txBody>
          <a:bodyPr/>
          <a:lstStyle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Clique para editar o texto</a:t>
            </a:r>
          </a:p>
          <a:p>
            <a:pPr lvl="1"/>
            <a:r>
              <a:rPr lang="fr-FR" dirty="0"/>
              <a:t>Segundo nível</a:t>
            </a:r>
          </a:p>
          <a:p>
            <a:pPr lvl="2"/>
            <a:r>
              <a:rPr lang="fr-FR" dirty="0"/>
              <a:t>Terceiro nível</a:t>
            </a:r>
          </a:p>
          <a:p>
            <a:pPr lvl="3"/>
            <a:r>
              <a:rPr lang="fr-FR" dirty="0"/>
              <a:t>Quarto nível</a:t>
            </a:r>
          </a:p>
          <a:p>
            <a:pPr lvl="4"/>
            <a:r>
              <a:rPr lang="fr-FR" dirty="0"/>
              <a:t>Quinto nível</a:t>
            </a:r>
          </a:p>
          <a:p>
            <a:pPr lvl="4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08CD46-34B9-88CF-843F-4F6C4883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151499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68E66A-EB73-CD95-2291-E5AD31F2E3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19" y="-1075514"/>
            <a:ext cx="2468399" cy="2628900"/>
          </a:xfrm>
          <a:prstGeom prst="rect">
            <a:avLst/>
          </a:prstGeom>
        </p:spPr>
      </p:pic>
      <p:pic>
        <p:nvPicPr>
          <p:cNvPr id="14" name="Picture 59">
            <a:extLst>
              <a:ext uri="{FF2B5EF4-FFF2-40B4-BE49-F238E27FC236}">
                <a16:creationId xmlns:a16="http://schemas.microsoft.com/office/drawing/2014/main" id="{4EC232A6-DF62-8A94-F1C5-B6894139F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6E43713A-E9EE-3D1F-44F7-D2529E3B5D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C4766B59-126D-D405-4E62-9217AA348D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2742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8">
          <p15:clr>
            <a:srgbClr val="FBAE40"/>
          </p15:clr>
        </p15:guide>
        <p15:guide id="2" pos="755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3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2E5441-4E7E-6D77-E708-3D288A3842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92"/>
            <a:ext cx="12192000" cy="68518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3BABF-8B9E-4615-25D8-07A3A6E667A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8246" y="1330866"/>
            <a:ext cx="5547946" cy="4700657"/>
          </a:xfrm>
          <a:prstGeom prst="rect">
            <a:avLst/>
          </a:prstGeom>
        </p:spPr>
        <p:txBody>
          <a:bodyPr/>
          <a:lstStyle>
            <a:lvl1pPr>
              <a:buClr>
                <a:srgbClr val="58C0CE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/>
              <a:t>Quinto </a:t>
            </a:r>
            <a:r>
              <a:rPr lang="en-US" dirty="0" err="1"/>
              <a:t>nível</a:t>
            </a:r>
            <a:endParaRPr lang="pt-B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E276E-C32C-930E-5EE0-B36EE035096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60123" y="1330866"/>
            <a:ext cx="5547946" cy="4700657"/>
          </a:xfrm>
          <a:prstGeom prst="rect">
            <a:avLst/>
          </a:prstGeom>
        </p:spPr>
        <p:txBody>
          <a:bodyPr/>
          <a:lstStyle>
            <a:lvl1pPr>
              <a:buClr>
                <a:srgbClr val="58C0CE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/>
              <a:t>Quinto </a:t>
            </a:r>
            <a:r>
              <a:rPr lang="en-US" dirty="0" err="1"/>
              <a:t>nível</a:t>
            </a:r>
            <a:endParaRPr lang="pt-BR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1D17A9-44F3-F1C0-459F-23A776D04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151499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4A0BE79F-F28E-E35A-FE0F-C7F5183348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19" y="-1075514"/>
            <a:ext cx="2468399" cy="26289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48F73C6-8116-38A9-FB3A-2201C09416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23" y="6436893"/>
            <a:ext cx="458595" cy="278692"/>
          </a:xfrm>
          <a:prstGeom prst="rect">
            <a:avLst/>
          </a:prstGeom>
        </p:spPr>
      </p:pic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B1FE95C2-6B7D-267A-2313-2B691765F6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184" y="6440727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891412DA-6554-3CF2-3807-A1B9B60D1C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466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55;p13">
            <a:extLst>
              <a:ext uri="{FF2B5EF4-FFF2-40B4-BE49-F238E27FC236}">
                <a16:creationId xmlns:a16="http://schemas.microsoft.com/office/drawing/2014/main" id="{3F81A376-28E7-7E6E-F595-028278C1D9F1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957159-44FA-E576-0BB3-B6501C6C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8437685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0CA5087D-B146-2CEE-7283-147C09B538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60285" y="6428027"/>
            <a:ext cx="572889" cy="26035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0658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479EE-AFC8-2EFE-EC1C-A7CFBF8499B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8245" y="1338263"/>
            <a:ext cx="5653455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5A5E6-3620-49E7-59F8-C5470201E53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8245" y="2162175"/>
            <a:ext cx="5653455" cy="36055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Clique para editar o texto</a:t>
            </a:r>
          </a:p>
          <a:p>
            <a:pPr lvl="1"/>
            <a:r>
              <a:rPr lang="fr-FR" dirty="0"/>
              <a:t>Segundo nível</a:t>
            </a:r>
          </a:p>
          <a:p>
            <a:pPr lvl="2"/>
            <a:r>
              <a:rPr lang="fr-FR" dirty="0"/>
              <a:t>Terceiro nível</a:t>
            </a:r>
          </a:p>
          <a:p>
            <a:pPr lvl="3"/>
            <a:r>
              <a:rPr lang="fr-FR" dirty="0"/>
              <a:t>Quarto nível</a:t>
            </a:r>
          </a:p>
          <a:p>
            <a:pPr lvl="4"/>
            <a:r>
              <a:rPr lang="fr-FR" dirty="0"/>
              <a:t>Quinto nível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EE3F823-6F3F-2976-3749-2128E5A8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151499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FE08FD8-0B91-2C88-F1FD-7C1F2A1B67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189787" y="1338263"/>
            <a:ext cx="5653455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9551E69-DE64-F913-EC72-E6A20A1B1733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6189787" y="2162175"/>
            <a:ext cx="5653455" cy="36055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 marL="1828800" indent="0"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Clique para editar o texto</a:t>
            </a:r>
          </a:p>
          <a:p>
            <a:pPr lvl="1"/>
            <a:r>
              <a:rPr lang="fr-FR" dirty="0"/>
              <a:t>Segundo nível</a:t>
            </a:r>
          </a:p>
          <a:p>
            <a:pPr lvl="2"/>
            <a:r>
              <a:rPr lang="fr-FR" dirty="0"/>
              <a:t>Terceiro nível</a:t>
            </a:r>
          </a:p>
          <a:p>
            <a:pPr lvl="3"/>
            <a:r>
              <a:rPr lang="fr-FR" dirty="0"/>
              <a:t>Quarto nível</a:t>
            </a:r>
          </a:p>
          <a:p>
            <a:pPr lvl="4"/>
            <a:r>
              <a:rPr lang="fr-FR" dirty="0"/>
              <a:t>Quinto nível</a:t>
            </a:r>
          </a:p>
          <a:p>
            <a:pPr lvl="4"/>
            <a:endParaRPr lang="pt-BR" dirty="0"/>
          </a:p>
        </p:txBody>
      </p:sp>
      <p:pic>
        <p:nvPicPr>
          <p:cNvPr id="17" name="Picture 59">
            <a:extLst>
              <a:ext uri="{FF2B5EF4-FFF2-40B4-BE49-F238E27FC236}">
                <a16:creationId xmlns:a16="http://schemas.microsoft.com/office/drawing/2014/main" id="{D9E927B0-1049-FA86-7A4B-7D3AC0EBE4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CFB8ED5B-2908-B4DE-68E3-2FF00A4B1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AD778FE9-8078-6BE7-49D1-DA97B6894E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5568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5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C1BB57-2461-B2FB-9226-BCC93866C9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92"/>
            <a:ext cx="12192000" cy="685181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479EE-AFC8-2EFE-EC1C-A7CFBF8499B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8246" y="1267925"/>
            <a:ext cx="5622926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5A5E6-3620-49E7-59F8-C5470201E53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8246" y="2091837"/>
            <a:ext cx="5622926" cy="3699794"/>
          </a:xfrm>
          <a:prstGeom prst="rect">
            <a:avLst/>
          </a:prstGeom>
        </p:spPr>
        <p:txBody>
          <a:bodyPr/>
          <a:lstStyle>
            <a:lvl1pPr>
              <a:buClr>
                <a:srgbClr val="58C0CE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/>
              <a:t>Quinto </a:t>
            </a:r>
            <a:r>
              <a:rPr lang="en-US" dirty="0" err="1"/>
              <a:t>nível</a:t>
            </a:r>
            <a:endParaRPr lang="pt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B4707-DE4D-F17E-60A0-440D5E814771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39858" y="1267925"/>
            <a:ext cx="5622926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C3FAA-36F5-DB56-3978-38F45A3AF36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39858" y="2091837"/>
            <a:ext cx="5622926" cy="3699794"/>
          </a:xfrm>
          <a:prstGeom prst="rect">
            <a:avLst/>
          </a:prstGeom>
        </p:spPr>
        <p:txBody>
          <a:bodyPr/>
          <a:lstStyle>
            <a:lvl1pPr>
              <a:buClr>
                <a:srgbClr val="58C0CE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58C0CE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/>
              <a:t>Quinto </a:t>
            </a:r>
            <a:r>
              <a:rPr lang="en-US" dirty="0" err="1"/>
              <a:t>nível</a:t>
            </a:r>
            <a:endParaRPr lang="pt-BR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8B7E57B-927A-94BF-8608-CEDCB713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246" y="156924"/>
            <a:ext cx="1151499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1AE8DCBA-E3A7-4B7B-AE0E-947424435B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23" y="6436893"/>
            <a:ext cx="458595" cy="278692"/>
          </a:xfrm>
          <a:prstGeom prst="rect">
            <a:avLst/>
          </a:prstGeom>
        </p:spPr>
      </p:pic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0B47EBE2-BB9E-C507-5EDE-B1B1659E21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184" y="6440727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25" name="Espace réservé du texte 4">
            <a:extLst>
              <a:ext uri="{FF2B5EF4-FFF2-40B4-BE49-F238E27FC236}">
                <a16:creationId xmlns:a16="http://schemas.microsoft.com/office/drawing/2014/main" id="{09CB8CFB-0AD2-F5D0-101E-F9DB8E632C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8249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figur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E26948E7-7C19-22FE-5719-D926A47056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33846" y="1"/>
            <a:ext cx="5158154" cy="6858000"/>
          </a:xfrm>
          <a:custGeom>
            <a:avLst/>
            <a:gdLst>
              <a:gd name="connsiteX0" fmla="*/ 0 w 6665818"/>
              <a:gd name="connsiteY0" fmla="*/ 6029327 h 6858000"/>
              <a:gd name="connsiteX1" fmla="*/ 805461 w 6665818"/>
              <a:gd name="connsiteY1" fmla="*/ 6029327 h 6858000"/>
              <a:gd name="connsiteX2" fmla="*/ 805461 w 6665818"/>
              <a:gd name="connsiteY2" fmla="*/ 6858000 h 6858000"/>
              <a:gd name="connsiteX3" fmla="*/ 0 w 6665818"/>
              <a:gd name="connsiteY3" fmla="*/ 6858000 h 6858000"/>
              <a:gd name="connsiteX4" fmla="*/ 0 w 6665818"/>
              <a:gd name="connsiteY4" fmla="*/ 4426153 h 6858000"/>
              <a:gd name="connsiteX5" fmla="*/ 805461 w 6665818"/>
              <a:gd name="connsiteY5" fmla="*/ 4426153 h 6858000"/>
              <a:gd name="connsiteX6" fmla="*/ 805461 w 6665818"/>
              <a:gd name="connsiteY6" fmla="*/ 5254847 h 6858000"/>
              <a:gd name="connsiteX7" fmla="*/ 0 w 6665818"/>
              <a:gd name="connsiteY7" fmla="*/ 5254847 h 6858000"/>
              <a:gd name="connsiteX8" fmla="*/ 0 w 6665818"/>
              <a:gd name="connsiteY8" fmla="*/ 1607047 h 6858000"/>
              <a:gd name="connsiteX9" fmla="*/ 805461 w 6665818"/>
              <a:gd name="connsiteY9" fmla="*/ 1607047 h 6858000"/>
              <a:gd name="connsiteX10" fmla="*/ 805461 w 6665818"/>
              <a:gd name="connsiteY10" fmla="*/ 2435741 h 6858000"/>
              <a:gd name="connsiteX11" fmla="*/ 0 w 6665818"/>
              <a:gd name="connsiteY11" fmla="*/ 2435741 h 6858000"/>
              <a:gd name="connsiteX12" fmla="*/ 2423859 w 6665818"/>
              <a:gd name="connsiteY12" fmla="*/ 3874 h 6858000"/>
              <a:gd name="connsiteX13" fmla="*/ 6665818 w 6665818"/>
              <a:gd name="connsiteY13" fmla="*/ 3874 h 6858000"/>
              <a:gd name="connsiteX14" fmla="*/ 6665818 w 6665818"/>
              <a:gd name="connsiteY14" fmla="*/ 6858000 h 6858000"/>
              <a:gd name="connsiteX15" fmla="*/ 3237063 w 6665818"/>
              <a:gd name="connsiteY15" fmla="*/ 6858000 h 6858000"/>
              <a:gd name="connsiteX16" fmla="*/ 3237063 w 6665818"/>
              <a:gd name="connsiteY16" fmla="*/ 6068051 h 6858000"/>
              <a:gd name="connsiteX17" fmla="*/ 2439612 w 6665818"/>
              <a:gd name="connsiteY17" fmla="*/ 6068051 h 6858000"/>
              <a:gd name="connsiteX18" fmla="*/ 2439612 w 6665818"/>
              <a:gd name="connsiteY18" fmla="*/ 6858000 h 6858000"/>
              <a:gd name="connsiteX19" fmla="*/ 1634153 w 6665818"/>
              <a:gd name="connsiteY19" fmla="*/ 6858000 h 6858000"/>
              <a:gd name="connsiteX20" fmla="*/ 1634153 w 6665818"/>
              <a:gd name="connsiteY20" fmla="*/ 6068051 h 6858000"/>
              <a:gd name="connsiteX21" fmla="*/ 820949 w 6665818"/>
              <a:gd name="connsiteY21" fmla="*/ 6068051 h 6858000"/>
              <a:gd name="connsiteX22" fmla="*/ 820949 w 6665818"/>
              <a:gd name="connsiteY22" fmla="*/ 5239357 h 6858000"/>
              <a:gd name="connsiteX23" fmla="*/ 1634153 w 6665818"/>
              <a:gd name="connsiteY23" fmla="*/ 5239357 h 6858000"/>
              <a:gd name="connsiteX24" fmla="*/ 1634153 w 6665818"/>
              <a:gd name="connsiteY24" fmla="*/ 4449388 h 6858000"/>
              <a:gd name="connsiteX25" fmla="*/ 813204 w 6665818"/>
              <a:gd name="connsiteY25" fmla="*/ 4449388 h 6858000"/>
              <a:gd name="connsiteX26" fmla="*/ 813204 w 6665818"/>
              <a:gd name="connsiteY26" fmla="*/ 3636183 h 6858000"/>
              <a:gd name="connsiteX27" fmla="*/ 0 w 6665818"/>
              <a:gd name="connsiteY27" fmla="*/ 3636183 h 6858000"/>
              <a:gd name="connsiteX28" fmla="*/ 0 w 6665818"/>
              <a:gd name="connsiteY28" fmla="*/ 3233452 h 6858000"/>
              <a:gd name="connsiteX29" fmla="*/ 813204 w 6665818"/>
              <a:gd name="connsiteY29" fmla="*/ 3233452 h 6858000"/>
              <a:gd name="connsiteX30" fmla="*/ 813204 w 6665818"/>
              <a:gd name="connsiteY30" fmla="*/ 2397017 h 6858000"/>
              <a:gd name="connsiteX31" fmla="*/ 1634153 w 6665818"/>
              <a:gd name="connsiteY31" fmla="*/ 2397017 h 6858000"/>
              <a:gd name="connsiteX32" fmla="*/ 1634153 w 6665818"/>
              <a:gd name="connsiteY32" fmla="*/ 1607048 h 6858000"/>
              <a:gd name="connsiteX33" fmla="*/ 813204 w 6665818"/>
              <a:gd name="connsiteY33" fmla="*/ 1607048 h 6858000"/>
              <a:gd name="connsiteX34" fmla="*/ 813204 w 6665818"/>
              <a:gd name="connsiteY34" fmla="*/ 793844 h 6858000"/>
              <a:gd name="connsiteX35" fmla="*/ 2423859 w 6665818"/>
              <a:gd name="connsiteY35" fmla="*/ 793844 h 6858000"/>
              <a:gd name="connsiteX36" fmla="*/ 0 w 6665818"/>
              <a:gd name="connsiteY36" fmla="*/ 0 h 6858000"/>
              <a:gd name="connsiteX37" fmla="*/ 805461 w 6665818"/>
              <a:gd name="connsiteY37" fmla="*/ 0 h 6858000"/>
              <a:gd name="connsiteX38" fmla="*/ 805461 w 6665818"/>
              <a:gd name="connsiteY38" fmla="*/ 828693 h 6858000"/>
              <a:gd name="connsiteX39" fmla="*/ 0 w 6665818"/>
              <a:gd name="connsiteY39" fmla="*/ 8286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665818" h="6858000">
                <a:moveTo>
                  <a:pt x="0" y="6029327"/>
                </a:moveTo>
                <a:lnTo>
                  <a:pt x="805461" y="6029327"/>
                </a:lnTo>
                <a:lnTo>
                  <a:pt x="805461" y="6858000"/>
                </a:lnTo>
                <a:lnTo>
                  <a:pt x="0" y="6858000"/>
                </a:lnTo>
                <a:close/>
                <a:moveTo>
                  <a:pt x="0" y="4426153"/>
                </a:moveTo>
                <a:lnTo>
                  <a:pt x="805461" y="4426153"/>
                </a:lnTo>
                <a:lnTo>
                  <a:pt x="805461" y="5254847"/>
                </a:lnTo>
                <a:lnTo>
                  <a:pt x="0" y="5254847"/>
                </a:lnTo>
                <a:close/>
                <a:moveTo>
                  <a:pt x="0" y="1607047"/>
                </a:moveTo>
                <a:lnTo>
                  <a:pt x="805461" y="1607047"/>
                </a:lnTo>
                <a:lnTo>
                  <a:pt x="805461" y="2435741"/>
                </a:lnTo>
                <a:lnTo>
                  <a:pt x="0" y="2435741"/>
                </a:lnTo>
                <a:close/>
                <a:moveTo>
                  <a:pt x="2423859" y="3874"/>
                </a:moveTo>
                <a:lnTo>
                  <a:pt x="6665818" y="3874"/>
                </a:lnTo>
                <a:lnTo>
                  <a:pt x="6665818" y="6858000"/>
                </a:lnTo>
                <a:lnTo>
                  <a:pt x="3237063" y="6858000"/>
                </a:lnTo>
                <a:lnTo>
                  <a:pt x="3237063" y="6068051"/>
                </a:lnTo>
                <a:lnTo>
                  <a:pt x="2439612" y="6068051"/>
                </a:lnTo>
                <a:lnTo>
                  <a:pt x="2439612" y="6858000"/>
                </a:lnTo>
                <a:lnTo>
                  <a:pt x="1634153" y="6858000"/>
                </a:lnTo>
                <a:lnTo>
                  <a:pt x="1634153" y="6068051"/>
                </a:lnTo>
                <a:lnTo>
                  <a:pt x="820949" y="6068051"/>
                </a:lnTo>
                <a:lnTo>
                  <a:pt x="820949" y="5239357"/>
                </a:lnTo>
                <a:lnTo>
                  <a:pt x="1634153" y="5239357"/>
                </a:lnTo>
                <a:lnTo>
                  <a:pt x="1634153" y="4449388"/>
                </a:lnTo>
                <a:lnTo>
                  <a:pt x="813204" y="4449388"/>
                </a:lnTo>
                <a:lnTo>
                  <a:pt x="813204" y="3636183"/>
                </a:lnTo>
                <a:lnTo>
                  <a:pt x="0" y="3636183"/>
                </a:lnTo>
                <a:lnTo>
                  <a:pt x="0" y="3233452"/>
                </a:lnTo>
                <a:lnTo>
                  <a:pt x="813204" y="3233452"/>
                </a:lnTo>
                <a:lnTo>
                  <a:pt x="813204" y="2397017"/>
                </a:lnTo>
                <a:lnTo>
                  <a:pt x="1634153" y="2397017"/>
                </a:lnTo>
                <a:lnTo>
                  <a:pt x="1634153" y="1607048"/>
                </a:lnTo>
                <a:lnTo>
                  <a:pt x="813204" y="1607048"/>
                </a:lnTo>
                <a:lnTo>
                  <a:pt x="813204" y="793844"/>
                </a:lnTo>
                <a:lnTo>
                  <a:pt x="2423859" y="793844"/>
                </a:lnTo>
                <a:close/>
                <a:moveTo>
                  <a:pt x="0" y="0"/>
                </a:moveTo>
                <a:lnTo>
                  <a:pt x="805461" y="0"/>
                </a:lnTo>
                <a:lnTo>
                  <a:pt x="805461" y="828693"/>
                </a:lnTo>
                <a:lnTo>
                  <a:pt x="0" y="828693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para inserir imagem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D4B225-D33E-A750-3B3C-FF55C47B043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8246" y="1412386"/>
            <a:ext cx="6186854" cy="4575175"/>
          </a:xfrm>
          <a:prstGeom prst="rect">
            <a:avLst/>
          </a:prstGeom>
        </p:spPr>
        <p:txBody>
          <a:bodyPr/>
          <a:lstStyle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/>
              <a:t>Quinto </a:t>
            </a:r>
            <a:r>
              <a:rPr lang="en-US" dirty="0" err="1"/>
              <a:t>nível</a:t>
            </a:r>
            <a:endParaRPr lang="pt-BR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0D088D-4906-1F0D-6EB2-3DA877CE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7" y="156924"/>
            <a:ext cx="6186854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pic>
        <p:nvPicPr>
          <p:cNvPr id="11" name="Picture 59">
            <a:extLst>
              <a:ext uri="{FF2B5EF4-FFF2-40B4-BE49-F238E27FC236}">
                <a16:creationId xmlns:a16="http://schemas.microsoft.com/office/drawing/2014/main" id="{907453B6-67B1-8BF6-540D-653FA11FA3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3E1B3C16-3AE3-F011-A802-F00FC95E4B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1E6DBBA6-9970-CFCB-0E78-6B396276EE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97871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figur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E26948E7-7C19-22FE-5719-D926A47056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0" y="1"/>
            <a:ext cx="4932485" cy="6858000"/>
          </a:xfrm>
          <a:custGeom>
            <a:avLst/>
            <a:gdLst>
              <a:gd name="connsiteX0" fmla="*/ 0 w 6665818"/>
              <a:gd name="connsiteY0" fmla="*/ 6029327 h 6858000"/>
              <a:gd name="connsiteX1" fmla="*/ 805461 w 6665818"/>
              <a:gd name="connsiteY1" fmla="*/ 6029327 h 6858000"/>
              <a:gd name="connsiteX2" fmla="*/ 805461 w 6665818"/>
              <a:gd name="connsiteY2" fmla="*/ 6858000 h 6858000"/>
              <a:gd name="connsiteX3" fmla="*/ 0 w 6665818"/>
              <a:gd name="connsiteY3" fmla="*/ 6858000 h 6858000"/>
              <a:gd name="connsiteX4" fmla="*/ 0 w 6665818"/>
              <a:gd name="connsiteY4" fmla="*/ 4426153 h 6858000"/>
              <a:gd name="connsiteX5" fmla="*/ 805461 w 6665818"/>
              <a:gd name="connsiteY5" fmla="*/ 4426153 h 6858000"/>
              <a:gd name="connsiteX6" fmla="*/ 805461 w 6665818"/>
              <a:gd name="connsiteY6" fmla="*/ 5254847 h 6858000"/>
              <a:gd name="connsiteX7" fmla="*/ 0 w 6665818"/>
              <a:gd name="connsiteY7" fmla="*/ 5254847 h 6858000"/>
              <a:gd name="connsiteX8" fmla="*/ 0 w 6665818"/>
              <a:gd name="connsiteY8" fmla="*/ 1607047 h 6858000"/>
              <a:gd name="connsiteX9" fmla="*/ 805461 w 6665818"/>
              <a:gd name="connsiteY9" fmla="*/ 1607047 h 6858000"/>
              <a:gd name="connsiteX10" fmla="*/ 805461 w 6665818"/>
              <a:gd name="connsiteY10" fmla="*/ 2435741 h 6858000"/>
              <a:gd name="connsiteX11" fmla="*/ 0 w 6665818"/>
              <a:gd name="connsiteY11" fmla="*/ 2435741 h 6858000"/>
              <a:gd name="connsiteX12" fmla="*/ 2423859 w 6665818"/>
              <a:gd name="connsiteY12" fmla="*/ 3874 h 6858000"/>
              <a:gd name="connsiteX13" fmla="*/ 6665818 w 6665818"/>
              <a:gd name="connsiteY13" fmla="*/ 3874 h 6858000"/>
              <a:gd name="connsiteX14" fmla="*/ 6665818 w 6665818"/>
              <a:gd name="connsiteY14" fmla="*/ 6858000 h 6858000"/>
              <a:gd name="connsiteX15" fmla="*/ 3237063 w 6665818"/>
              <a:gd name="connsiteY15" fmla="*/ 6858000 h 6858000"/>
              <a:gd name="connsiteX16" fmla="*/ 3237063 w 6665818"/>
              <a:gd name="connsiteY16" fmla="*/ 6068051 h 6858000"/>
              <a:gd name="connsiteX17" fmla="*/ 2439612 w 6665818"/>
              <a:gd name="connsiteY17" fmla="*/ 6068051 h 6858000"/>
              <a:gd name="connsiteX18" fmla="*/ 2439612 w 6665818"/>
              <a:gd name="connsiteY18" fmla="*/ 6858000 h 6858000"/>
              <a:gd name="connsiteX19" fmla="*/ 1634153 w 6665818"/>
              <a:gd name="connsiteY19" fmla="*/ 6858000 h 6858000"/>
              <a:gd name="connsiteX20" fmla="*/ 1634153 w 6665818"/>
              <a:gd name="connsiteY20" fmla="*/ 6068051 h 6858000"/>
              <a:gd name="connsiteX21" fmla="*/ 820949 w 6665818"/>
              <a:gd name="connsiteY21" fmla="*/ 6068051 h 6858000"/>
              <a:gd name="connsiteX22" fmla="*/ 820949 w 6665818"/>
              <a:gd name="connsiteY22" fmla="*/ 5239357 h 6858000"/>
              <a:gd name="connsiteX23" fmla="*/ 1634153 w 6665818"/>
              <a:gd name="connsiteY23" fmla="*/ 5239357 h 6858000"/>
              <a:gd name="connsiteX24" fmla="*/ 1634153 w 6665818"/>
              <a:gd name="connsiteY24" fmla="*/ 4449388 h 6858000"/>
              <a:gd name="connsiteX25" fmla="*/ 813204 w 6665818"/>
              <a:gd name="connsiteY25" fmla="*/ 4449388 h 6858000"/>
              <a:gd name="connsiteX26" fmla="*/ 813204 w 6665818"/>
              <a:gd name="connsiteY26" fmla="*/ 3636183 h 6858000"/>
              <a:gd name="connsiteX27" fmla="*/ 0 w 6665818"/>
              <a:gd name="connsiteY27" fmla="*/ 3636183 h 6858000"/>
              <a:gd name="connsiteX28" fmla="*/ 0 w 6665818"/>
              <a:gd name="connsiteY28" fmla="*/ 3233452 h 6858000"/>
              <a:gd name="connsiteX29" fmla="*/ 813204 w 6665818"/>
              <a:gd name="connsiteY29" fmla="*/ 3233452 h 6858000"/>
              <a:gd name="connsiteX30" fmla="*/ 813204 w 6665818"/>
              <a:gd name="connsiteY30" fmla="*/ 2397017 h 6858000"/>
              <a:gd name="connsiteX31" fmla="*/ 1634153 w 6665818"/>
              <a:gd name="connsiteY31" fmla="*/ 2397017 h 6858000"/>
              <a:gd name="connsiteX32" fmla="*/ 1634153 w 6665818"/>
              <a:gd name="connsiteY32" fmla="*/ 1607048 h 6858000"/>
              <a:gd name="connsiteX33" fmla="*/ 813204 w 6665818"/>
              <a:gd name="connsiteY33" fmla="*/ 1607048 h 6858000"/>
              <a:gd name="connsiteX34" fmla="*/ 813204 w 6665818"/>
              <a:gd name="connsiteY34" fmla="*/ 793844 h 6858000"/>
              <a:gd name="connsiteX35" fmla="*/ 2423859 w 6665818"/>
              <a:gd name="connsiteY35" fmla="*/ 793844 h 6858000"/>
              <a:gd name="connsiteX36" fmla="*/ 0 w 6665818"/>
              <a:gd name="connsiteY36" fmla="*/ 0 h 6858000"/>
              <a:gd name="connsiteX37" fmla="*/ 805461 w 6665818"/>
              <a:gd name="connsiteY37" fmla="*/ 0 h 6858000"/>
              <a:gd name="connsiteX38" fmla="*/ 805461 w 6665818"/>
              <a:gd name="connsiteY38" fmla="*/ 828693 h 6858000"/>
              <a:gd name="connsiteX39" fmla="*/ 0 w 6665818"/>
              <a:gd name="connsiteY39" fmla="*/ 8286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665818" h="6858000">
                <a:moveTo>
                  <a:pt x="0" y="6029327"/>
                </a:moveTo>
                <a:lnTo>
                  <a:pt x="805461" y="6029327"/>
                </a:lnTo>
                <a:lnTo>
                  <a:pt x="805461" y="6858000"/>
                </a:lnTo>
                <a:lnTo>
                  <a:pt x="0" y="6858000"/>
                </a:lnTo>
                <a:close/>
                <a:moveTo>
                  <a:pt x="0" y="4426153"/>
                </a:moveTo>
                <a:lnTo>
                  <a:pt x="805461" y="4426153"/>
                </a:lnTo>
                <a:lnTo>
                  <a:pt x="805461" y="5254847"/>
                </a:lnTo>
                <a:lnTo>
                  <a:pt x="0" y="5254847"/>
                </a:lnTo>
                <a:close/>
                <a:moveTo>
                  <a:pt x="0" y="1607047"/>
                </a:moveTo>
                <a:lnTo>
                  <a:pt x="805461" y="1607047"/>
                </a:lnTo>
                <a:lnTo>
                  <a:pt x="805461" y="2435741"/>
                </a:lnTo>
                <a:lnTo>
                  <a:pt x="0" y="2435741"/>
                </a:lnTo>
                <a:close/>
                <a:moveTo>
                  <a:pt x="2423859" y="3874"/>
                </a:moveTo>
                <a:lnTo>
                  <a:pt x="6665818" y="3874"/>
                </a:lnTo>
                <a:lnTo>
                  <a:pt x="6665818" y="6858000"/>
                </a:lnTo>
                <a:lnTo>
                  <a:pt x="3237063" y="6858000"/>
                </a:lnTo>
                <a:lnTo>
                  <a:pt x="3237063" y="6068051"/>
                </a:lnTo>
                <a:lnTo>
                  <a:pt x="2439612" y="6068051"/>
                </a:lnTo>
                <a:lnTo>
                  <a:pt x="2439612" y="6858000"/>
                </a:lnTo>
                <a:lnTo>
                  <a:pt x="1634153" y="6858000"/>
                </a:lnTo>
                <a:lnTo>
                  <a:pt x="1634153" y="6068051"/>
                </a:lnTo>
                <a:lnTo>
                  <a:pt x="820949" y="6068051"/>
                </a:lnTo>
                <a:lnTo>
                  <a:pt x="820949" y="5239357"/>
                </a:lnTo>
                <a:lnTo>
                  <a:pt x="1634153" y="5239357"/>
                </a:lnTo>
                <a:lnTo>
                  <a:pt x="1634153" y="4449388"/>
                </a:lnTo>
                <a:lnTo>
                  <a:pt x="813204" y="4449388"/>
                </a:lnTo>
                <a:lnTo>
                  <a:pt x="813204" y="3636183"/>
                </a:lnTo>
                <a:lnTo>
                  <a:pt x="0" y="3636183"/>
                </a:lnTo>
                <a:lnTo>
                  <a:pt x="0" y="3233452"/>
                </a:lnTo>
                <a:lnTo>
                  <a:pt x="813204" y="3233452"/>
                </a:lnTo>
                <a:lnTo>
                  <a:pt x="813204" y="2397017"/>
                </a:lnTo>
                <a:lnTo>
                  <a:pt x="1634153" y="2397017"/>
                </a:lnTo>
                <a:lnTo>
                  <a:pt x="1634153" y="1607048"/>
                </a:lnTo>
                <a:lnTo>
                  <a:pt x="813204" y="1607048"/>
                </a:lnTo>
                <a:lnTo>
                  <a:pt x="813204" y="793844"/>
                </a:lnTo>
                <a:lnTo>
                  <a:pt x="2423859" y="793844"/>
                </a:lnTo>
                <a:close/>
                <a:moveTo>
                  <a:pt x="0" y="0"/>
                </a:moveTo>
                <a:lnTo>
                  <a:pt x="805461" y="0"/>
                </a:lnTo>
                <a:lnTo>
                  <a:pt x="805461" y="828693"/>
                </a:lnTo>
                <a:lnTo>
                  <a:pt x="0" y="828693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28A9C6-B6A8-F38E-F487-99F4D967761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31063" y="1412386"/>
            <a:ext cx="6520967" cy="4575175"/>
          </a:xfrm>
          <a:prstGeom prst="rect">
            <a:avLst/>
          </a:prstGeom>
        </p:spPr>
        <p:txBody>
          <a:bodyPr/>
          <a:lstStyle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/>
              <a:t>Quinto </a:t>
            </a:r>
            <a:r>
              <a:rPr lang="en-US" dirty="0" err="1"/>
              <a:t>nível</a:t>
            </a:r>
            <a:endParaRPr lang="pt-BR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970A49-C5D2-E750-097F-3EA01F8C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64" y="156924"/>
            <a:ext cx="6520967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249D3812-D495-D9D0-B2B9-549475CB0E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87462" y="6440727"/>
            <a:ext cx="5820506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7BB4AC16-4A8C-218B-BCE7-48175AEC94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2492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figur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629C5-39EA-D840-781D-C00830859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69" y="2272310"/>
            <a:ext cx="11528105" cy="757859"/>
          </a:xfrm>
          <a:prstGeom prst="rect">
            <a:avLst/>
          </a:prstGeom>
        </p:spPr>
        <p:txBody>
          <a:bodyPr anchor="ctr"/>
          <a:lstStyle/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3776120-2291-0DE7-D9B5-4BF0311F77F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0" y="0"/>
            <a:ext cx="11906174" cy="2033220"/>
          </a:xfrm>
          <a:custGeom>
            <a:avLst/>
            <a:gdLst>
              <a:gd name="connsiteX0" fmla="*/ 420479 w 12192000"/>
              <a:gd name="connsiteY0" fmla="*/ 1194078 h 2033220"/>
              <a:gd name="connsiteX1" fmla="*/ 420479 w 12192000"/>
              <a:gd name="connsiteY1" fmla="*/ 1612741 h 2033220"/>
              <a:gd name="connsiteX2" fmla="*/ 834111 w 12192000"/>
              <a:gd name="connsiteY2" fmla="*/ 1612741 h 2033220"/>
              <a:gd name="connsiteX3" fmla="*/ 834111 w 12192000"/>
              <a:gd name="connsiteY3" fmla="*/ 1194078 h 2033220"/>
              <a:gd name="connsiteX4" fmla="*/ 420481 w 12192000"/>
              <a:gd name="connsiteY4" fmla="*/ 0 h 2033220"/>
              <a:gd name="connsiteX5" fmla="*/ 12192000 w 12192000"/>
              <a:gd name="connsiteY5" fmla="*/ 0 h 2033220"/>
              <a:gd name="connsiteX6" fmla="*/ 12192000 w 12192000"/>
              <a:gd name="connsiteY6" fmla="*/ 2032311 h 2033220"/>
              <a:gd name="connsiteX7" fmla="*/ 840959 w 12192000"/>
              <a:gd name="connsiteY7" fmla="*/ 2032311 h 2033220"/>
              <a:gd name="connsiteX8" fmla="*/ 840959 w 12192000"/>
              <a:gd name="connsiteY8" fmla="*/ 2033220 h 2033220"/>
              <a:gd name="connsiteX9" fmla="*/ 420479 w 12192000"/>
              <a:gd name="connsiteY9" fmla="*/ 2033220 h 2033220"/>
              <a:gd name="connsiteX10" fmla="*/ 420479 w 12192000"/>
              <a:gd name="connsiteY10" fmla="*/ 1613650 h 2033220"/>
              <a:gd name="connsiteX11" fmla="*/ 0 w 12192000"/>
              <a:gd name="connsiteY11" fmla="*/ 1613650 h 2033220"/>
              <a:gd name="connsiteX12" fmla="*/ 0 w 12192000"/>
              <a:gd name="connsiteY12" fmla="*/ 1193171 h 2033220"/>
              <a:gd name="connsiteX13" fmla="*/ 420479 w 12192000"/>
              <a:gd name="connsiteY13" fmla="*/ 1193171 h 2033220"/>
              <a:gd name="connsiteX14" fmla="*/ 420479 w 12192000"/>
              <a:gd name="connsiteY14" fmla="*/ 774506 h 2033220"/>
              <a:gd name="connsiteX15" fmla="*/ 0 w 12192000"/>
              <a:gd name="connsiteY15" fmla="*/ 774506 h 2033220"/>
              <a:gd name="connsiteX16" fmla="*/ 0 w 12192000"/>
              <a:gd name="connsiteY16" fmla="*/ 354027 h 2033220"/>
              <a:gd name="connsiteX17" fmla="*/ 420479 w 12192000"/>
              <a:gd name="connsiteY17" fmla="*/ 354027 h 2033220"/>
              <a:gd name="connsiteX18" fmla="*/ 420479 w 12192000"/>
              <a:gd name="connsiteY18" fmla="*/ 773599 h 2033220"/>
              <a:gd name="connsiteX19" fmla="*/ 834111 w 12192000"/>
              <a:gd name="connsiteY19" fmla="*/ 773599 h 2033220"/>
              <a:gd name="connsiteX20" fmla="*/ 834111 w 12192000"/>
              <a:gd name="connsiteY20" fmla="*/ 354935 h 2033220"/>
              <a:gd name="connsiteX21" fmla="*/ 420481 w 12192000"/>
              <a:gd name="connsiteY21" fmla="*/ 354935 h 203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2033220">
                <a:moveTo>
                  <a:pt x="420479" y="1194078"/>
                </a:moveTo>
                <a:lnTo>
                  <a:pt x="420479" y="1612741"/>
                </a:lnTo>
                <a:lnTo>
                  <a:pt x="834111" y="1612741"/>
                </a:lnTo>
                <a:lnTo>
                  <a:pt x="834111" y="1194078"/>
                </a:lnTo>
                <a:close/>
                <a:moveTo>
                  <a:pt x="420481" y="0"/>
                </a:moveTo>
                <a:lnTo>
                  <a:pt x="12192000" y="0"/>
                </a:lnTo>
                <a:lnTo>
                  <a:pt x="12192000" y="2032311"/>
                </a:lnTo>
                <a:lnTo>
                  <a:pt x="840959" y="2032311"/>
                </a:lnTo>
                <a:lnTo>
                  <a:pt x="840959" y="2033220"/>
                </a:lnTo>
                <a:lnTo>
                  <a:pt x="420479" y="2033220"/>
                </a:lnTo>
                <a:lnTo>
                  <a:pt x="420479" y="1613650"/>
                </a:lnTo>
                <a:lnTo>
                  <a:pt x="0" y="1613650"/>
                </a:lnTo>
                <a:lnTo>
                  <a:pt x="0" y="1193171"/>
                </a:lnTo>
                <a:lnTo>
                  <a:pt x="420479" y="1193171"/>
                </a:lnTo>
                <a:lnTo>
                  <a:pt x="420479" y="774506"/>
                </a:lnTo>
                <a:lnTo>
                  <a:pt x="0" y="774506"/>
                </a:lnTo>
                <a:lnTo>
                  <a:pt x="0" y="354027"/>
                </a:lnTo>
                <a:lnTo>
                  <a:pt x="420479" y="354027"/>
                </a:lnTo>
                <a:lnTo>
                  <a:pt x="420479" y="773599"/>
                </a:lnTo>
                <a:lnTo>
                  <a:pt x="834111" y="773599"/>
                </a:lnTo>
                <a:lnTo>
                  <a:pt x="834111" y="354935"/>
                </a:lnTo>
                <a:lnTo>
                  <a:pt x="420481" y="35493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para inserir imagem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E3270C-03F1-2D14-76DA-49CD59734BD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78068" y="3112839"/>
            <a:ext cx="11528105" cy="2859336"/>
          </a:xfrm>
          <a:prstGeom prst="rect">
            <a:avLst/>
          </a:prstGeom>
        </p:spPr>
        <p:txBody>
          <a:bodyPr/>
          <a:lstStyle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/>
              <a:t>Quinto </a:t>
            </a:r>
            <a:r>
              <a:rPr lang="en-US" dirty="0" err="1"/>
              <a:t>nível</a:t>
            </a:r>
            <a:endParaRPr lang="pt-BR" dirty="0"/>
          </a:p>
        </p:txBody>
      </p:sp>
      <p:pic>
        <p:nvPicPr>
          <p:cNvPr id="10" name="Picture 59">
            <a:extLst>
              <a:ext uri="{FF2B5EF4-FFF2-40B4-BE49-F238E27FC236}">
                <a16:creationId xmlns:a16="http://schemas.microsoft.com/office/drawing/2014/main" id="{E8ABB8D7-D69B-CBAD-8499-4D42887CB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EB281394-5BF0-FA6C-6BBC-938AD8F8B4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D8E1D3EB-EE38-6702-7A31-05F937BA50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75202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figur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15EFCED-6D8B-0262-72C8-6A2E6ECC439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8245" y="4258960"/>
            <a:ext cx="11863753" cy="2033220"/>
          </a:xfrm>
          <a:custGeom>
            <a:avLst/>
            <a:gdLst>
              <a:gd name="connsiteX0" fmla="*/ 420479 w 12192000"/>
              <a:gd name="connsiteY0" fmla="*/ 1194078 h 2033220"/>
              <a:gd name="connsiteX1" fmla="*/ 420479 w 12192000"/>
              <a:gd name="connsiteY1" fmla="*/ 1612741 h 2033220"/>
              <a:gd name="connsiteX2" fmla="*/ 834111 w 12192000"/>
              <a:gd name="connsiteY2" fmla="*/ 1612741 h 2033220"/>
              <a:gd name="connsiteX3" fmla="*/ 834111 w 12192000"/>
              <a:gd name="connsiteY3" fmla="*/ 1194078 h 2033220"/>
              <a:gd name="connsiteX4" fmla="*/ 420481 w 12192000"/>
              <a:gd name="connsiteY4" fmla="*/ 0 h 2033220"/>
              <a:gd name="connsiteX5" fmla="*/ 12192000 w 12192000"/>
              <a:gd name="connsiteY5" fmla="*/ 0 h 2033220"/>
              <a:gd name="connsiteX6" fmla="*/ 12192000 w 12192000"/>
              <a:gd name="connsiteY6" fmla="*/ 2032311 h 2033220"/>
              <a:gd name="connsiteX7" fmla="*/ 840959 w 12192000"/>
              <a:gd name="connsiteY7" fmla="*/ 2032311 h 2033220"/>
              <a:gd name="connsiteX8" fmla="*/ 840959 w 12192000"/>
              <a:gd name="connsiteY8" fmla="*/ 2033220 h 2033220"/>
              <a:gd name="connsiteX9" fmla="*/ 420479 w 12192000"/>
              <a:gd name="connsiteY9" fmla="*/ 2033220 h 2033220"/>
              <a:gd name="connsiteX10" fmla="*/ 420479 w 12192000"/>
              <a:gd name="connsiteY10" fmla="*/ 1613650 h 2033220"/>
              <a:gd name="connsiteX11" fmla="*/ 0 w 12192000"/>
              <a:gd name="connsiteY11" fmla="*/ 1613650 h 2033220"/>
              <a:gd name="connsiteX12" fmla="*/ 0 w 12192000"/>
              <a:gd name="connsiteY12" fmla="*/ 1193171 h 2033220"/>
              <a:gd name="connsiteX13" fmla="*/ 420479 w 12192000"/>
              <a:gd name="connsiteY13" fmla="*/ 1193171 h 2033220"/>
              <a:gd name="connsiteX14" fmla="*/ 420479 w 12192000"/>
              <a:gd name="connsiteY14" fmla="*/ 774506 h 2033220"/>
              <a:gd name="connsiteX15" fmla="*/ 0 w 12192000"/>
              <a:gd name="connsiteY15" fmla="*/ 774506 h 2033220"/>
              <a:gd name="connsiteX16" fmla="*/ 0 w 12192000"/>
              <a:gd name="connsiteY16" fmla="*/ 354027 h 2033220"/>
              <a:gd name="connsiteX17" fmla="*/ 420479 w 12192000"/>
              <a:gd name="connsiteY17" fmla="*/ 354027 h 2033220"/>
              <a:gd name="connsiteX18" fmla="*/ 420479 w 12192000"/>
              <a:gd name="connsiteY18" fmla="*/ 773599 h 2033220"/>
              <a:gd name="connsiteX19" fmla="*/ 834111 w 12192000"/>
              <a:gd name="connsiteY19" fmla="*/ 773599 h 2033220"/>
              <a:gd name="connsiteX20" fmla="*/ 834111 w 12192000"/>
              <a:gd name="connsiteY20" fmla="*/ 354935 h 2033220"/>
              <a:gd name="connsiteX21" fmla="*/ 420481 w 12192000"/>
              <a:gd name="connsiteY21" fmla="*/ 354935 h 203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2033220">
                <a:moveTo>
                  <a:pt x="420479" y="1194078"/>
                </a:moveTo>
                <a:lnTo>
                  <a:pt x="420479" y="1612741"/>
                </a:lnTo>
                <a:lnTo>
                  <a:pt x="834111" y="1612741"/>
                </a:lnTo>
                <a:lnTo>
                  <a:pt x="834111" y="1194078"/>
                </a:lnTo>
                <a:close/>
                <a:moveTo>
                  <a:pt x="420481" y="0"/>
                </a:moveTo>
                <a:lnTo>
                  <a:pt x="12192000" y="0"/>
                </a:lnTo>
                <a:lnTo>
                  <a:pt x="12192000" y="2032311"/>
                </a:lnTo>
                <a:lnTo>
                  <a:pt x="840959" y="2032311"/>
                </a:lnTo>
                <a:lnTo>
                  <a:pt x="840959" y="2033220"/>
                </a:lnTo>
                <a:lnTo>
                  <a:pt x="420479" y="2033220"/>
                </a:lnTo>
                <a:lnTo>
                  <a:pt x="420479" y="1613650"/>
                </a:lnTo>
                <a:lnTo>
                  <a:pt x="0" y="1613650"/>
                </a:lnTo>
                <a:lnTo>
                  <a:pt x="0" y="1193171"/>
                </a:lnTo>
                <a:lnTo>
                  <a:pt x="420479" y="1193171"/>
                </a:lnTo>
                <a:lnTo>
                  <a:pt x="420479" y="774506"/>
                </a:lnTo>
                <a:lnTo>
                  <a:pt x="0" y="774506"/>
                </a:lnTo>
                <a:lnTo>
                  <a:pt x="0" y="354027"/>
                </a:lnTo>
                <a:lnTo>
                  <a:pt x="420479" y="354027"/>
                </a:lnTo>
                <a:lnTo>
                  <a:pt x="420479" y="773599"/>
                </a:lnTo>
                <a:lnTo>
                  <a:pt x="834111" y="773599"/>
                </a:lnTo>
                <a:lnTo>
                  <a:pt x="834111" y="354935"/>
                </a:lnTo>
                <a:lnTo>
                  <a:pt x="420481" y="35493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A385F39-A34F-CBA1-DA3A-9D5AD805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1577928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7A05888-C6EC-0A1D-D81D-848AB2A63C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8245" y="1295214"/>
            <a:ext cx="11528105" cy="2859336"/>
          </a:xfrm>
          <a:prstGeom prst="rect">
            <a:avLst/>
          </a:prstGeom>
        </p:spPr>
        <p:txBody>
          <a:bodyPr/>
          <a:lstStyle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/>
              <a:t>Quinto </a:t>
            </a:r>
            <a:r>
              <a:rPr lang="en-US" dirty="0" err="1"/>
              <a:t>nível</a:t>
            </a:r>
            <a:endParaRPr lang="pt-BR" dirty="0"/>
          </a:p>
        </p:txBody>
      </p:sp>
      <p:pic>
        <p:nvPicPr>
          <p:cNvPr id="13" name="Picture 59">
            <a:extLst>
              <a:ext uri="{FF2B5EF4-FFF2-40B4-BE49-F238E27FC236}">
                <a16:creationId xmlns:a16="http://schemas.microsoft.com/office/drawing/2014/main" id="{74DFF7AD-9C5A-BD2D-EB69-B506907C85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FC42A284-3C94-FAB9-6FC8-56BE5CFD79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0B9F14DC-10CE-E8B9-C69A-85AA928195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13060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A425CB95-1C74-1B14-5E80-D6663C6EF4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01" y="1"/>
            <a:ext cx="2468399" cy="26289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9BF7DE7-E28A-D181-1D01-6F7F10584C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33011" y="1961002"/>
            <a:ext cx="1941005" cy="2317334"/>
          </a:xfrm>
          <a:custGeom>
            <a:avLst/>
            <a:gdLst>
              <a:gd name="connsiteX0" fmla="*/ 731138 w 1941005"/>
              <a:gd name="connsiteY0" fmla="*/ 0 h 2317334"/>
              <a:gd name="connsiteX1" fmla="*/ 1941005 w 1941005"/>
              <a:gd name="connsiteY1" fmla="*/ 0 h 2317334"/>
              <a:gd name="connsiteX2" fmla="*/ 1941005 w 1941005"/>
              <a:gd name="connsiteY2" fmla="*/ 1586196 h 2317334"/>
              <a:gd name="connsiteX3" fmla="*/ 1209867 w 1941005"/>
              <a:gd name="connsiteY3" fmla="*/ 2317334 h 2317334"/>
              <a:gd name="connsiteX4" fmla="*/ 0 w 1941005"/>
              <a:gd name="connsiteY4" fmla="*/ 2317334 h 2317334"/>
              <a:gd name="connsiteX5" fmla="*/ 0 w 1941005"/>
              <a:gd name="connsiteY5" fmla="*/ 731138 h 2317334"/>
              <a:gd name="connsiteX6" fmla="*/ 731138 w 1941005"/>
              <a:gd name="connsiteY6" fmla="*/ 0 h 2317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1005" h="2317334">
                <a:moveTo>
                  <a:pt x="731138" y="0"/>
                </a:moveTo>
                <a:lnTo>
                  <a:pt x="1941005" y="0"/>
                </a:lnTo>
                <a:lnTo>
                  <a:pt x="1941005" y="1586196"/>
                </a:lnTo>
                <a:cubicBezTo>
                  <a:pt x="1941005" y="1989992"/>
                  <a:pt x="1613663" y="2317334"/>
                  <a:pt x="1209867" y="2317334"/>
                </a:cubicBezTo>
                <a:lnTo>
                  <a:pt x="0" y="2317334"/>
                </a:lnTo>
                <a:lnTo>
                  <a:pt x="0" y="731138"/>
                </a:lnTo>
                <a:cubicBezTo>
                  <a:pt x="0" y="327342"/>
                  <a:pt x="327342" y="0"/>
                  <a:pt x="73113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392EC781-CC06-3EF7-6F65-4938B6A457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4583137"/>
            <a:ext cx="2592288" cy="304801"/>
          </a:xfrm>
          <a:prstGeom prst="rect">
            <a:avLst/>
          </a:prstGeom>
        </p:spPr>
        <p:txBody>
          <a:bodyPr lIns="72000" rIns="72000">
            <a:noAutofit/>
          </a:bodyPr>
          <a:lstStyle>
            <a:lvl1pPr marL="0" indent="0" algn="ctr">
              <a:lnSpc>
                <a:spcPts val="2000"/>
              </a:lnSpc>
              <a:buNone/>
              <a:defRPr sz="1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0" indent="0" algn="ctr">
              <a:lnSpc>
                <a:spcPct val="100000"/>
              </a:lnSpc>
              <a:buNone/>
              <a:defRPr sz="1400" i="0">
                <a:latin typeface="Poppins" panose="00000500000000000000" pitchFamily="50" charset="0"/>
                <a:cs typeface="Poppins" panose="00000500000000000000" pitchFamily="50" charset="0"/>
              </a:defRPr>
            </a:lvl2pPr>
          </a:lstStyle>
          <a:p>
            <a:pPr lvl="0"/>
            <a:r>
              <a:rPr lang="fr-FR" dirty="0"/>
              <a:t>NOME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8C0A692B-EC09-F8D2-6E55-481E3764AC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368" y="4887938"/>
            <a:ext cx="2592288" cy="304801"/>
          </a:xfrm>
          <a:prstGeom prst="rect">
            <a:avLst/>
          </a:prstGeom>
        </p:spPr>
        <p:txBody>
          <a:bodyPr lIns="72000" rIns="72000">
            <a:noAutofit/>
          </a:bodyPr>
          <a:lstStyle>
            <a:lvl1pPr marL="0" indent="0" algn="ctr">
              <a:lnSpc>
                <a:spcPts val="2000"/>
              </a:lnSpc>
              <a:buNone/>
              <a:defRPr sz="1600" b="0" i="1">
                <a:solidFill>
                  <a:srgbClr val="2B719B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0" indent="0" algn="ctr">
              <a:lnSpc>
                <a:spcPct val="100000"/>
              </a:lnSpc>
              <a:buNone/>
              <a:defRPr sz="1400" i="0">
                <a:latin typeface="Poppins" panose="00000500000000000000" pitchFamily="50" charset="0"/>
                <a:cs typeface="Poppins" panose="00000500000000000000" pitchFamily="50" charset="0"/>
              </a:defRPr>
            </a:lvl2pPr>
          </a:lstStyle>
          <a:p>
            <a:pPr lvl="0"/>
            <a:r>
              <a:rPr lang="fr-FR" dirty="0" err="1"/>
              <a:t>Função</a:t>
            </a:r>
            <a:endParaRPr lang="fr-FR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E151CF-1A88-64FD-D1A0-E6C0F6A60364}"/>
              </a:ext>
            </a:extLst>
          </p:cNvPr>
          <p:cNvGrpSpPr/>
          <p:nvPr userDrawn="1"/>
        </p:nvGrpSpPr>
        <p:grpSpPr>
          <a:xfrm>
            <a:off x="574931" y="3675699"/>
            <a:ext cx="705247" cy="708161"/>
            <a:chOff x="574931" y="3675699"/>
            <a:chExt cx="705247" cy="70816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28BDB4D-E9B7-5278-0154-61CBCA22744D}"/>
                </a:ext>
              </a:extLst>
            </p:cNvPr>
            <p:cNvSpPr/>
            <p:nvPr userDrawn="1"/>
          </p:nvSpPr>
          <p:spPr>
            <a:xfrm>
              <a:off x="574932" y="4029778"/>
              <a:ext cx="354081" cy="354081"/>
            </a:xfrm>
            <a:prstGeom prst="rect">
              <a:avLst/>
            </a:prstGeom>
            <a:solidFill>
              <a:srgbClr val="223D7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A9E2A2-6BC2-51BB-C3E0-DDDC0D4AC98B}"/>
                </a:ext>
              </a:extLst>
            </p:cNvPr>
            <p:cNvSpPr/>
            <p:nvPr userDrawn="1"/>
          </p:nvSpPr>
          <p:spPr>
            <a:xfrm>
              <a:off x="574931" y="3675699"/>
              <a:ext cx="354081" cy="354081"/>
            </a:xfrm>
            <a:prstGeom prst="rect">
              <a:avLst/>
            </a:prstGeom>
            <a:solidFill>
              <a:srgbClr val="58C0CE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E7CA210-F539-3655-5E33-4BE9532B2D3E}"/>
                </a:ext>
              </a:extLst>
            </p:cNvPr>
            <p:cNvSpPr/>
            <p:nvPr userDrawn="1"/>
          </p:nvSpPr>
          <p:spPr>
            <a:xfrm>
              <a:off x="926097" y="4029779"/>
              <a:ext cx="354081" cy="354081"/>
            </a:xfrm>
            <a:prstGeom prst="rect">
              <a:avLst/>
            </a:prstGeom>
            <a:solidFill>
              <a:srgbClr val="006E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305141-40F6-51F6-C4BE-7BCDFC771A6C}"/>
              </a:ext>
            </a:extLst>
          </p:cNvPr>
          <p:cNvGrpSpPr/>
          <p:nvPr userDrawn="1"/>
        </p:nvGrpSpPr>
        <p:grpSpPr>
          <a:xfrm rot="10800000">
            <a:off x="2126848" y="1855478"/>
            <a:ext cx="705247" cy="708161"/>
            <a:chOff x="1671548" y="2227071"/>
            <a:chExt cx="705247" cy="70816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B80057-3633-B3C6-1454-67132A9D1E29}"/>
                </a:ext>
              </a:extLst>
            </p:cNvPr>
            <p:cNvSpPr/>
            <p:nvPr userDrawn="1"/>
          </p:nvSpPr>
          <p:spPr>
            <a:xfrm>
              <a:off x="1671549" y="2581150"/>
              <a:ext cx="354081" cy="354081"/>
            </a:xfrm>
            <a:prstGeom prst="rect">
              <a:avLst/>
            </a:prstGeom>
            <a:solidFill>
              <a:srgbClr val="223D7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BE40DC-A30A-1085-4584-3341AA6B6A59}"/>
                </a:ext>
              </a:extLst>
            </p:cNvPr>
            <p:cNvSpPr/>
            <p:nvPr userDrawn="1"/>
          </p:nvSpPr>
          <p:spPr>
            <a:xfrm>
              <a:off x="1671548" y="2227071"/>
              <a:ext cx="354081" cy="354081"/>
            </a:xfrm>
            <a:prstGeom prst="rect">
              <a:avLst/>
            </a:prstGeom>
            <a:solidFill>
              <a:srgbClr val="58C0CE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E61787C-6880-A54A-47FF-0793164A16E7}"/>
                </a:ext>
              </a:extLst>
            </p:cNvPr>
            <p:cNvSpPr/>
            <p:nvPr userDrawn="1"/>
          </p:nvSpPr>
          <p:spPr>
            <a:xfrm>
              <a:off x="2022714" y="2581151"/>
              <a:ext cx="354081" cy="354081"/>
            </a:xfrm>
            <a:prstGeom prst="rect">
              <a:avLst/>
            </a:prstGeom>
            <a:solidFill>
              <a:srgbClr val="006E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938A401-E783-D2E3-ABE1-23FEE85E5F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06593" y="1970062"/>
            <a:ext cx="1941005" cy="2317334"/>
          </a:xfrm>
          <a:custGeom>
            <a:avLst/>
            <a:gdLst>
              <a:gd name="connsiteX0" fmla="*/ 731138 w 1941005"/>
              <a:gd name="connsiteY0" fmla="*/ 0 h 2317334"/>
              <a:gd name="connsiteX1" fmla="*/ 1941005 w 1941005"/>
              <a:gd name="connsiteY1" fmla="*/ 0 h 2317334"/>
              <a:gd name="connsiteX2" fmla="*/ 1941005 w 1941005"/>
              <a:gd name="connsiteY2" fmla="*/ 1586196 h 2317334"/>
              <a:gd name="connsiteX3" fmla="*/ 1209867 w 1941005"/>
              <a:gd name="connsiteY3" fmla="*/ 2317334 h 2317334"/>
              <a:gd name="connsiteX4" fmla="*/ 0 w 1941005"/>
              <a:gd name="connsiteY4" fmla="*/ 2317334 h 2317334"/>
              <a:gd name="connsiteX5" fmla="*/ 0 w 1941005"/>
              <a:gd name="connsiteY5" fmla="*/ 731138 h 2317334"/>
              <a:gd name="connsiteX6" fmla="*/ 731138 w 1941005"/>
              <a:gd name="connsiteY6" fmla="*/ 0 h 2317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1005" h="2317334">
                <a:moveTo>
                  <a:pt x="731138" y="0"/>
                </a:moveTo>
                <a:lnTo>
                  <a:pt x="1941005" y="0"/>
                </a:lnTo>
                <a:lnTo>
                  <a:pt x="1941005" y="1586196"/>
                </a:lnTo>
                <a:cubicBezTo>
                  <a:pt x="1941005" y="1989992"/>
                  <a:pt x="1613663" y="2317334"/>
                  <a:pt x="1209867" y="2317334"/>
                </a:cubicBezTo>
                <a:lnTo>
                  <a:pt x="0" y="2317334"/>
                </a:lnTo>
                <a:lnTo>
                  <a:pt x="0" y="731138"/>
                </a:lnTo>
                <a:cubicBezTo>
                  <a:pt x="0" y="327342"/>
                  <a:pt x="327342" y="0"/>
                  <a:pt x="73113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32" name="Espace réservé du texte 8">
            <a:extLst>
              <a:ext uri="{FF2B5EF4-FFF2-40B4-BE49-F238E27FC236}">
                <a16:creationId xmlns:a16="http://schemas.microsoft.com/office/drawing/2014/main" id="{3A558F58-CAD3-003C-A7C9-06D03D75C8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0950" y="4592197"/>
            <a:ext cx="2592288" cy="304801"/>
          </a:xfrm>
          <a:prstGeom prst="rect">
            <a:avLst/>
          </a:prstGeom>
        </p:spPr>
        <p:txBody>
          <a:bodyPr lIns="72000" rIns="72000">
            <a:noAutofit/>
          </a:bodyPr>
          <a:lstStyle>
            <a:lvl1pPr marL="0" indent="0" algn="ctr">
              <a:lnSpc>
                <a:spcPts val="2000"/>
              </a:lnSpc>
              <a:buNone/>
              <a:defRPr sz="1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0" indent="0" algn="ctr">
              <a:lnSpc>
                <a:spcPct val="100000"/>
              </a:lnSpc>
              <a:buNone/>
              <a:defRPr sz="1400" i="0">
                <a:latin typeface="Poppins" panose="00000500000000000000" pitchFamily="50" charset="0"/>
                <a:cs typeface="Poppins" panose="00000500000000000000" pitchFamily="50" charset="0"/>
              </a:defRPr>
            </a:lvl2pPr>
          </a:lstStyle>
          <a:p>
            <a:pPr lvl="0"/>
            <a:r>
              <a:rPr lang="fr-FR" dirty="0"/>
              <a:t>NOME</a:t>
            </a:r>
          </a:p>
        </p:txBody>
      </p:sp>
      <p:sp>
        <p:nvSpPr>
          <p:cNvPr id="33" name="Espace réservé du texte 8">
            <a:extLst>
              <a:ext uri="{FF2B5EF4-FFF2-40B4-BE49-F238E27FC236}">
                <a16:creationId xmlns:a16="http://schemas.microsoft.com/office/drawing/2014/main" id="{540F16D3-ED7C-1273-7735-62F8947D2D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80950" y="4896998"/>
            <a:ext cx="2592288" cy="304801"/>
          </a:xfrm>
          <a:prstGeom prst="rect">
            <a:avLst/>
          </a:prstGeom>
        </p:spPr>
        <p:txBody>
          <a:bodyPr lIns="72000" rIns="72000">
            <a:noAutofit/>
          </a:bodyPr>
          <a:lstStyle>
            <a:lvl1pPr marL="0" indent="0" algn="ctr">
              <a:lnSpc>
                <a:spcPts val="2000"/>
              </a:lnSpc>
              <a:buNone/>
              <a:defRPr sz="1600" b="0" i="1">
                <a:solidFill>
                  <a:srgbClr val="2B719B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0" indent="0" algn="ctr">
              <a:lnSpc>
                <a:spcPct val="100000"/>
              </a:lnSpc>
              <a:buNone/>
              <a:defRPr sz="1400" i="0">
                <a:latin typeface="Poppins" panose="00000500000000000000" pitchFamily="50" charset="0"/>
                <a:cs typeface="Poppins" panose="00000500000000000000" pitchFamily="50" charset="0"/>
              </a:defRPr>
            </a:lvl2pPr>
          </a:lstStyle>
          <a:p>
            <a:pPr lvl="0"/>
            <a:r>
              <a:rPr lang="fr-FR" dirty="0" err="1"/>
              <a:t>Função</a:t>
            </a:r>
            <a:endParaRPr lang="fr-FR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001B7CB-5713-0E85-96B5-A39D4BB9B059}"/>
              </a:ext>
            </a:extLst>
          </p:cNvPr>
          <p:cNvGrpSpPr/>
          <p:nvPr userDrawn="1"/>
        </p:nvGrpSpPr>
        <p:grpSpPr>
          <a:xfrm>
            <a:off x="3448513" y="3684759"/>
            <a:ext cx="705247" cy="708161"/>
            <a:chOff x="574931" y="3675699"/>
            <a:chExt cx="705247" cy="70816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69CCFB7-AC37-5422-9B1B-90424F9F2A8B}"/>
                </a:ext>
              </a:extLst>
            </p:cNvPr>
            <p:cNvSpPr/>
            <p:nvPr userDrawn="1"/>
          </p:nvSpPr>
          <p:spPr>
            <a:xfrm>
              <a:off x="574932" y="4029778"/>
              <a:ext cx="354081" cy="354081"/>
            </a:xfrm>
            <a:prstGeom prst="rect">
              <a:avLst/>
            </a:prstGeom>
            <a:solidFill>
              <a:srgbClr val="223D7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279D6B4-31CE-3ABB-CC1C-E04AF02D79D6}"/>
                </a:ext>
              </a:extLst>
            </p:cNvPr>
            <p:cNvSpPr/>
            <p:nvPr userDrawn="1"/>
          </p:nvSpPr>
          <p:spPr>
            <a:xfrm>
              <a:off x="574931" y="3675699"/>
              <a:ext cx="354081" cy="354081"/>
            </a:xfrm>
            <a:prstGeom prst="rect">
              <a:avLst/>
            </a:prstGeom>
            <a:solidFill>
              <a:srgbClr val="58C0CE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9D50164-B0D1-18C7-90C8-C3330AE4571F}"/>
                </a:ext>
              </a:extLst>
            </p:cNvPr>
            <p:cNvSpPr/>
            <p:nvPr userDrawn="1"/>
          </p:nvSpPr>
          <p:spPr>
            <a:xfrm>
              <a:off x="926097" y="4029779"/>
              <a:ext cx="354081" cy="354081"/>
            </a:xfrm>
            <a:prstGeom prst="rect">
              <a:avLst/>
            </a:prstGeom>
            <a:solidFill>
              <a:srgbClr val="006E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5029423-486F-7F47-77F0-7434B83990D4}"/>
              </a:ext>
            </a:extLst>
          </p:cNvPr>
          <p:cNvGrpSpPr/>
          <p:nvPr userDrawn="1"/>
        </p:nvGrpSpPr>
        <p:grpSpPr>
          <a:xfrm rot="10800000">
            <a:off x="5000430" y="1864538"/>
            <a:ext cx="705247" cy="708161"/>
            <a:chOff x="1671548" y="2227071"/>
            <a:chExt cx="705247" cy="70816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58D40B3-321A-FF70-0F30-80FDBCABA980}"/>
                </a:ext>
              </a:extLst>
            </p:cNvPr>
            <p:cNvSpPr/>
            <p:nvPr userDrawn="1"/>
          </p:nvSpPr>
          <p:spPr>
            <a:xfrm>
              <a:off x="1671549" y="2581150"/>
              <a:ext cx="354081" cy="354081"/>
            </a:xfrm>
            <a:prstGeom prst="rect">
              <a:avLst/>
            </a:prstGeom>
            <a:solidFill>
              <a:srgbClr val="223D7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4950F54-81A5-4F01-619B-9886049B050D}"/>
                </a:ext>
              </a:extLst>
            </p:cNvPr>
            <p:cNvSpPr/>
            <p:nvPr userDrawn="1"/>
          </p:nvSpPr>
          <p:spPr>
            <a:xfrm>
              <a:off x="1671548" y="2227071"/>
              <a:ext cx="354081" cy="354081"/>
            </a:xfrm>
            <a:prstGeom prst="rect">
              <a:avLst/>
            </a:prstGeom>
            <a:solidFill>
              <a:srgbClr val="58C0CE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2D97C72-B968-C551-AF2F-2AC8EA4F5DF8}"/>
                </a:ext>
              </a:extLst>
            </p:cNvPr>
            <p:cNvSpPr/>
            <p:nvPr userDrawn="1"/>
          </p:nvSpPr>
          <p:spPr>
            <a:xfrm>
              <a:off x="2022714" y="2581151"/>
              <a:ext cx="354081" cy="354081"/>
            </a:xfrm>
            <a:prstGeom prst="rect">
              <a:avLst/>
            </a:prstGeom>
            <a:solidFill>
              <a:srgbClr val="006E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6E1FCB05-E7C6-FB63-57B5-D4B36BF2255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80175" y="1970062"/>
            <a:ext cx="1941005" cy="2317334"/>
          </a:xfrm>
          <a:custGeom>
            <a:avLst/>
            <a:gdLst>
              <a:gd name="connsiteX0" fmla="*/ 731138 w 1941005"/>
              <a:gd name="connsiteY0" fmla="*/ 0 h 2317334"/>
              <a:gd name="connsiteX1" fmla="*/ 1941005 w 1941005"/>
              <a:gd name="connsiteY1" fmla="*/ 0 h 2317334"/>
              <a:gd name="connsiteX2" fmla="*/ 1941005 w 1941005"/>
              <a:gd name="connsiteY2" fmla="*/ 1586196 h 2317334"/>
              <a:gd name="connsiteX3" fmla="*/ 1209867 w 1941005"/>
              <a:gd name="connsiteY3" fmla="*/ 2317334 h 2317334"/>
              <a:gd name="connsiteX4" fmla="*/ 0 w 1941005"/>
              <a:gd name="connsiteY4" fmla="*/ 2317334 h 2317334"/>
              <a:gd name="connsiteX5" fmla="*/ 0 w 1941005"/>
              <a:gd name="connsiteY5" fmla="*/ 731138 h 2317334"/>
              <a:gd name="connsiteX6" fmla="*/ 731138 w 1941005"/>
              <a:gd name="connsiteY6" fmla="*/ 0 h 2317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1005" h="2317334">
                <a:moveTo>
                  <a:pt x="731138" y="0"/>
                </a:moveTo>
                <a:lnTo>
                  <a:pt x="1941005" y="0"/>
                </a:lnTo>
                <a:lnTo>
                  <a:pt x="1941005" y="1586196"/>
                </a:lnTo>
                <a:cubicBezTo>
                  <a:pt x="1941005" y="1989992"/>
                  <a:pt x="1613663" y="2317334"/>
                  <a:pt x="1209867" y="2317334"/>
                </a:cubicBezTo>
                <a:lnTo>
                  <a:pt x="0" y="2317334"/>
                </a:lnTo>
                <a:lnTo>
                  <a:pt x="0" y="731138"/>
                </a:lnTo>
                <a:cubicBezTo>
                  <a:pt x="0" y="327342"/>
                  <a:pt x="327342" y="0"/>
                  <a:pt x="73113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43" name="Espace réservé du texte 8">
            <a:extLst>
              <a:ext uri="{FF2B5EF4-FFF2-40B4-BE49-F238E27FC236}">
                <a16:creationId xmlns:a16="http://schemas.microsoft.com/office/drawing/2014/main" id="{7911B271-C6DD-DF69-D3C3-9C07C7B79A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54532" y="4592197"/>
            <a:ext cx="2592288" cy="304801"/>
          </a:xfrm>
          <a:prstGeom prst="rect">
            <a:avLst/>
          </a:prstGeom>
        </p:spPr>
        <p:txBody>
          <a:bodyPr lIns="72000" rIns="72000">
            <a:noAutofit/>
          </a:bodyPr>
          <a:lstStyle>
            <a:lvl1pPr marL="0" indent="0" algn="ctr">
              <a:lnSpc>
                <a:spcPts val="2000"/>
              </a:lnSpc>
              <a:buNone/>
              <a:defRPr sz="1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0" indent="0" algn="ctr">
              <a:lnSpc>
                <a:spcPct val="100000"/>
              </a:lnSpc>
              <a:buNone/>
              <a:defRPr sz="1400" i="0">
                <a:latin typeface="Poppins" panose="00000500000000000000" pitchFamily="50" charset="0"/>
                <a:cs typeface="Poppins" panose="00000500000000000000" pitchFamily="50" charset="0"/>
              </a:defRPr>
            </a:lvl2pPr>
          </a:lstStyle>
          <a:p>
            <a:pPr lvl="0"/>
            <a:r>
              <a:rPr lang="fr-FR" dirty="0"/>
              <a:t>NOME</a:t>
            </a:r>
          </a:p>
        </p:txBody>
      </p:sp>
      <p:sp>
        <p:nvSpPr>
          <p:cNvPr id="44" name="Espace réservé du texte 8">
            <a:extLst>
              <a:ext uri="{FF2B5EF4-FFF2-40B4-BE49-F238E27FC236}">
                <a16:creationId xmlns:a16="http://schemas.microsoft.com/office/drawing/2014/main" id="{E62CC9BD-C95F-9382-FB37-5890555D90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54532" y="4896998"/>
            <a:ext cx="2592288" cy="304801"/>
          </a:xfrm>
          <a:prstGeom prst="rect">
            <a:avLst/>
          </a:prstGeom>
        </p:spPr>
        <p:txBody>
          <a:bodyPr lIns="72000" rIns="72000">
            <a:noAutofit/>
          </a:bodyPr>
          <a:lstStyle>
            <a:lvl1pPr marL="0" indent="0" algn="ctr">
              <a:lnSpc>
                <a:spcPts val="2000"/>
              </a:lnSpc>
              <a:buNone/>
              <a:defRPr sz="1600" b="0" i="1">
                <a:solidFill>
                  <a:srgbClr val="2B719B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0" indent="0" algn="ctr">
              <a:lnSpc>
                <a:spcPct val="100000"/>
              </a:lnSpc>
              <a:buNone/>
              <a:defRPr sz="1400" i="0">
                <a:latin typeface="Poppins" panose="00000500000000000000" pitchFamily="50" charset="0"/>
                <a:cs typeface="Poppins" panose="00000500000000000000" pitchFamily="50" charset="0"/>
              </a:defRPr>
            </a:lvl2pPr>
          </a:lstStyle>
          <a:p>
            <a:pPr lvl="0"/>
            <a:r>
              <a:rPr lang="fr-FR" dirty="0" err="1"/>
              <a:t>Função</a:t>
            </a:r>
            <a:endParaRPr lang="fr-FR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535C40C-3DED-6968-33A0-A69CDADD1033}"/>
              </a:ext>
            </a:extLst>
          </p:cNvPr>
          <p:cNvGrpSpPr/>
          <p:nvPr userDrawn="1"/>
        </p:nvGrpSpPr>
        <p:grpSpPr>
          <a:xfrm>
            <a:off x="6322095" y="3684759"/>
            <a:ext cx="705247" cy="708161"/>
            <a:chOff x="574931" y="3675699"/>
            <a:chExt cx="705247" cy="70816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BD9341D-25FD-36F2-3037-1703A3686E39}"/>
                </a:ext>
              </a:extLst>
            </p:cNvPr>
            <p:cNvSpPr/>
            <p:nvPr userDrawn="1"/>
          </p:nvSpPr>
          <p:spPr>
            <a:xfrm>
              <a:off x="574932" y="4029778"/>
              <a:ext cx="354081" cy="354081"/>
            </a:xfrm>
            <a:prstGeom prst="rect">
              <a:avLst/>
            </a:prstGeom>
            <a:solidFill>
              <a:srgbClr val="223D7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1F06FF6-5C04-5E1B-344B-117D5F770FC4}"/>
                </a:ext>
              </a:extLst>
            </p:cNvPr>
            <p:cNvSpPr/>
            <p:nvPr userDrawn="1"/>
          </p:nvSpPr>
          <p:spPr>
            <a:xfrm>
              <a:off x="574931" y="3675699"/>
              <a:ext cx="354081" cy="354081"/>
            </a:xfrm>
            <a:prstGeom prst="rect">
              <a:avLst/>
            </a:prstGeom>
            <a:solidFill>
              <a:srgbClr val="58C0CE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002C25B-4715-5E82-99C5-172D148BE7AE}"/>
                </a:ext>
              </a:extLst>
            </p:cNvPr>
            <p:cNvSpPr/>
            <p:nvPr userDrawn="1"/>
          </p:nvSpPr>
          <p:spPr>
            <a:xfrm>
              <a:off x="926097" y="4029779"/>
              <a:ext cx="354081" cy="354081"/>
            </a:xfrm>
            <a:prstGeom prst="rect">
              <a:avLst/>
            </a:prstGeom>
            <a:solidFill>
              <a:srgbClr val="006E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8654A4E-6F62-C941-CFD8-F0E061577F10}"/>
              </a:ext>
            </a:extLst>
          </p:cNvPr>
          <p:cNvGrpSpPr/>
          <p:nvPr userDrawn="1"/>
        </p:nvGrpSpPr>
        <p:grpSpPr>
          <a:xfrm rot="10800000">
            <a:off x="7874012" y="1864538"/>
            <a:ext cx="705247" cy="708161"/>
            <a:chOff x="1671548" y="2227071"/>
            <a:chExt cx="705247" cy="70816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F871027-D2BC-8DF9-18B7-B5F7CE0AABE3}"/>
                </a:ext>
              </a:extLst>
            </p:cNvPr>
            <p:cNvSpPr/>
            <p:nvPr userDrawn="1"/>
          </p:nvSpPr>
          <p:spPr>
            <a:xfrm>
              <a:off x="1671549" y="2581150"/>
              <a:ext cx="354081" cy="354081"/>
            </a:xfrm>
            <a:prstGeom prst="rect">
              <a:avLst/>
            </a:prstGeom>
            <a:solidFill>
              <a:srgbClr val="223D7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11375AD-57F2-48EC-075F-CECEC5C8C697}"/>
                </a:ext>
              </a:extLst>
            </p:cNvPr>
            <p:cNvSpPr/>
            <p:nvPr userDrawn="1"/>
          </p:nvSpPr>
          <p:spPr>
            <a:xfrm>
              <a:off x="1671548" y="2227071"/>
              <a:ext cx="354081" cy="354081"/>
            </a:xfrm>
            <a:prstGeom prst="rect">
              <a:avLst/>
            </a:prstGeom>
            <a:solidFill>
              <a:srgbClr val="58C0CE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BAC96C2-D165-5F46-5C69-AA784C982416}"/>
                </a:ext>
              </a:extLst>
            </p:cNvPr>
            <p:cNvSpPr/>
            <p:nvPr userDrawn="1"/>
          </p:nvSpPr>
          <p:spPr>
            <a:xfrm>
              <a:off x="2022714" y="2581151"/>
              <a:ext cx="354081" cy="354081"/>
            </a:xfrm>
            <a:prstGeom prst="rect">
              <a:avLst/>
            </a:prstGeom>
            <a:solidFill>
              <a:srgbClr val="006E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C4F2919C-FF17-F6D2-AC50-DBD0222D540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53757" y="1970062"/>
            <a:ext cx="1941005" cy="2317334"/>
          </a:xfrm>
          <a:custGeom>
            <a:avLst/>
            <a:gdLst>
              <a:gd name="connsiteX0" fmla="*/ 731138 w 1941005"/>
              <a:gd name="connsiteY0" fmla="*/ 0 h 2317334"/>
              <a:gd name="connsiteX1" fmla="*/ 1941005 w 1941005"/>
              <a:gd name="connsiteY1" fmla="*/ 0 h 2317334"/>
              <a:gd name="connsiteX2" fmla="*/ 1941005 w 1941005"/>
              <a:gd name="connsiteY2" fmla="*/ 1586196 h 2317334"/>
              <a:gd name="connsiteX3" fmla="*/ 1209867 w 1941005"/>
              <a:gd name="connsiteY3" fmla="*/ 2317334 h 2317334"/>
              <a:gd name="connsiteX4" fmla="*/ 0 w 1941005"/>
              <a:gd name="connsiteY4" fmla="*/ 2317334 h 2317334"/>
              <a:gd name="connsiteX5" fmla="*/ 0 w 1941005"/>
              <a:gd name="connsiteY5" fmla="*/ 731138 h 2317334"/>
              <a:gd name="connsiteX6" fmla="*/ 731138 w 1941005"/>
              <a:gd name="connsiteY6" fmla="*/ 0 h 2317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1005" h="2317334">
                <a:moveTo>
                  <a:pt x="731138" y="0"/>
                </a:moveTo>
                <a:lnTo>
                  <a:pt x="1941005" y="0"/>
                </a:lnTo>
                <a:lnTo>
                  <a:pt x="1941005" y="1586196"/>
                </a:lnTo>
                <a:cubicBezTo>
                  <a:pt x="1941005" y="1989992"/>
                  <a:pt x="1613663" y="2317334"/>
                  <a:pt x="1209867" y="2317334"/>
                </a:cubicBezTo>
                <a:lnTo>
                  <a:pt x="0" y="2317334"/>
                </a:lnTo>
                <a:lnTo>
                  <a:pt x="0" y="731138"/>
                </a:lnTo>
                <a:cubicBezTo>
                  <a:pt x="0" y="327342"/>
                  <a:pt x="327342" y="0"/>
                  <a:pt x="73113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54" name="Espace réservé du texte 8">
            <a:extLst>
              <a:ext uri="{FF2B5EF4-FFF2-40B4-BE49-F238E27FC236}">
                <a16:creationId xmlns:a16="http://schemas.microsoft.com/office/drawing/2014/main" id="{690BC209-BFD9-7DAB-14E1-EEC35AC93B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8114" y="4592197"/>
            <a:ext cx="2592288" cy="304801"/>
          </a:xfrm>
          <a:prstGeom prst="rect">
            <a:avLst/>
          </a:prstGeom>
        </p:spPr>
        <p:txBody>
          <a:bodyPr lIns="72000" rIns="72000">
            <a:noAutofit/>
          </a:bodyPr>
          <a:lstStyle>
            <a:lvl1pPr marL="0" indent="0" algn="ctr">
              <a:lnSpc>
                <a:spcPts val="2000"/>
              </a:lnSpc>
              <a:buNone/>
              <a:defRPr sz="1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0" indent="0" algn="ctr">
              <a:lnSpc>
                <a:spcPct val="100000"/>
              </a:lnSpc>
              <a:buNone/>
              <a:defRPr sz="1400" i="0">
                <a:latin typeface="Poppins" panose="00000500000000000000" pitchFamily="50" charset="0"/>
                <a:cs typeface="Poppins" panose="00000500000000000000" pitchFamily="50" charset="0"/>
              </a:defRPr>
            </a:lvl2pPr>
          </a:lstStyle>
          <a:p>
            <a:pPr lvl="0"/>
            <a:r>
              <a:rPr lang="fr-FR" dirty="0"/>
              <a:t>NOME</a:t>
            </a:r>
          </a:p>
        </p:txBody>
      </p:sp>
      <p:sp>
        <p:nvSpPr>
          <p:cNvPr id="55" name="Espace réservé du texte 8">
            <a:extLst>
              <a:ext uri="{FF2B5EF4-FFF2-40B4-BE49-F238E27FC236}">
                <a16:creationId xmlns:a16="http://schemas.microsoft.com/office/drawing/2014/main" id="{7F5A4774-391B-D2E3-78E8-E3265990922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8114" y="4896998"/>
            <a:ext cx="2592288" cy="304801"/>
          </a:xfrm>
          <a:prstGeom prst="rect">
            <a:avLst/>
          </a:prstGeom>
        </p:spPr>
        <p:txBody>
          <a:bodyPr lIns="72000" rIns="72000">
            <a:noAutofit/>
          </a:bodyPr>
          <a:lstStyle>
            <a:lvl1pPr marL="0" indent="0" algn="ctr">
              <a:lnSpc>
                <a:spcPts val="2000"/>
              </a:lnSpc>
              <a:buNone/>
              <a:defRPr sz="1600" b="0" i="1">
                <a:solidFill>
                  <a:srgbClr val="2B719B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0" indent="0" algn="ctr">
              <a:lnSpc>
                <a:spcPct val="100000"/>
              </a:lnSpc>
              <a:buNone/>
              <a:defRPr sz="1400" i="0">
                <a:latin typeface="Poppins" panose="00000500000000000000" pitchFamily="50" charset="0"/>
                <a:cs typeface="Poppins" panose="00000500000000000000" pitchFamily="50" charset="0"/>
              </a:defRPr>
            </a:lvl2pPr>
          </a:lstStyle>
          <a:p>
            <a:pPr lvl="0"/>
            <a:r>
              <a:rPr lang="fr-FR" dirty="0" err="1"/>
              <a:t>Função</a:t>
            </a:r>
            <a:endParaRPr lang="fr-FR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C4C332F-9F1E-B2C2-F664-AE5FA293694B}"/>
              </a:ext>
            </a:extLst>
          </p:cNvPr>
          <p:cNvGrpSpPr/>
          <p:nvPr userDrawn="1"/>
        </p:nvGrpSpPr>
        <p:grpSpPr>
          <a:xfrm>
            <a:off x="9195677" y="3684759"/>
            <a:ext cx="705247" cy="708161"/>
            <a:chOff x="574931" y="3675699"/>
            <a:chExt cx="705247" cy="70816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6FE7175-22DA-541B-007A-461FD5754E9F}"/>
                </a:ext>
              </a:extLst>
            </p:cNvPr>
            <p:cNvSpPr/>
            <p:nvPr userDrawn="1"/>
          </p:nvSpPr>
          <p:spPr>
            <a:xfrm>
              <a:off x="574932" y="4029778"/>
              <a:ext cx="354081" cy="354081"/>
            </a:xfrm>
            <a:prstGeom prst="rect">
              <a:avLst/>
            </a:prstGeom>
            <a:solidFill>
              <a:srgbClr val="223D7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0B8CE34-6110-49D1-AE1F-07C404DD9863}"/>
                </a:ext>
              </a:extLst>
            </p:cNvPr>
            <p:cNvSpPr/>
            <p:nvPr userDrawn="1"/>
          </p:nvSpPr>
          <p:spPr>
            <a:xfrm>
              <a:off x="574931" y="3675699"/>
              <a:ext cx="354081" cy="354081"/>
            </a:xfrm>
            <a:prstGeom prst="rect">
              <a:avLst/>
            </a:prstGeom>
            <a:solidFill>
              <a:srgbClr val="58C0CE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2239ADC-CBA7-A0D9-5EFD-21AF3B6087D8}"/>
                </a:ext>
              </a:extLst>
            </p:cNvPr>
            <p:cNvSpPr/>
            <p:nvPr userDrawn="1"/>
          </p:nvSpPr>
          <p:spPr>
            <a:xfrm>
              <a:off x="926097" y="4029779"/>
              <a:ext cx="354081" cy="354081"/>
            </a:xfrm>
            <a:prstGeom prst="rect">
              <a:avLst/>
            </a:prstGeom>
            <a:solidFill>
              <a:srgbClr val="006E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2F7A122-C3F0-42B9-B9D9-ED53EECD471F}"/>
              </a:ext>
            </a:extLst>
          </p:cNvPr>
          <p:cNvGrpSpPr/>
          <p:nvPr userDrawn="1"/>
        </p:nvGrpSpPr>
        <p:grpSpPr>
          <a:xfrm rot="10800000">
            <a:off x="10747594" y="1864538"/>
            <a:ext cx="705247" cy="708161"/>
            <a:chOff x="1671548" y="2227071"/>
            <a:chExt cx="705247" cy="708161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16AB1D5-C856-1DD5-2EE6-AAEB1739BAA5}"/>
                </a:ext>
              </a:extLst>
            </p:cNvPr>
            <p:cNvSpPr/>
            <p:nvPr userDrawn="1"/>
          </p:nvSpPr>
          <p:spPr>
            <a:xfrm>
              <a:off x="1671549" y="2581150"/>
              <a:ext cx="354081" cy="354081"/>
            </a:xfrm>
            <a:prstGeom prst="rect">
              <a:avLst/>
            </a:prstGeom>
            <a:solidFill>
              <a:srgbClr val="223D7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460D831-DD4F-1FE8-B9C3-F6EBAD7064FA}"/>
                </a:ext>
              </a:extLst>
            </p:cNvPr>
            <p:cNvSpPr/>
            <p:nvPr userDrawn="1"/>
          </p:nvSpPr>
          <p:spPr>
            <a:xfrm>
              <a:off x="1671548" y="2227071"/>
              <a:ext cx="354081" cy="354081"/>
            </a:xfrm>
            <a:prstGeom prst="rect">
              <a:avLst/>
            </a:prstGeom>
            <a:solidFill>
              <a:srgbClr val="58C0CE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B7C48CA-D1BC-2D5B-EFC8-293D5881EA39}"/>
                </a:ext>
              </a:extLst>
            </p:cNvPr>
            <p:cNvSpPr/>
            <p:nvPr userDrawn="1"/>
          </p:nvSpPr>
          <p:spPr>
            <a:xfrm>
              <a:off x="2022714" y="2581151"/>
              <a:ext cx="354081" cy="354081"/>
            </a:xfrm>
            <a:prstGeom prst="rect">
              <a:avLst/>
            </a:prstGeom>
            <a:solidFill>
              <a:srgbClr val="006E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51D3EC-D93D-F91B-B07F-CE329DBE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091711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pic>
        <p:nvPicPr>
          <p:cNvPr id="3" name="Picture 59">
            <a:extLst>
              <a:ext uri="{FF2B5EF4-FFF2-40B4-BE49-F238E27FC236}">
                <a16:creationId xmlns:a16="http://schemas.microsoft.com/office/drawing/2014/main" id="{B0A850C3-80BC-D04A-D415-A9E70FC52E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574F5E-9C1C-0769-1C97-405B25F628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04D9A07D-6042-25B3-BCBF-B664D2A093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31250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A425CB95-1C74-1B14-5E80-D6663C6EF4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01" y="1"/>
            <a:ext cx="2468399" cy="26289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9BF7DE7-E28A-D181-1D01-6F7F10584C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13041" y="2068872"/>
            <a:ext cx="2327413" cy="2778660"/>
          </a:xfrm>
          <a:custGeom>
            <a:avLst/>
            <a:gdLst>
              <a:gd name="connsiteX0" fmla="*/ 731138 w 1941005"/>
              <a:gd name="connsiteY0" fmla="*/ 0 h 2317334"/>
              <a:gd name="connsiteX1" fmla="*/ 1941005 w 1941005"/>
              <a:gd name="connsiteY1" fmla="*/ 0 h 2317334"/>
              <a:gd name="connsiteX2" fmla="*/ 1941005 w 1941005"/>
              <a:gd name="connsiteY2" fmla="*/ 1586196 h 2317334"/>
              <a:gd name="connsiteX3" fmla="*/ 1209867 w 1941005"/>
              <a:gd name="connsiteY3" fmla="*/ 2317334 h 2317334"/>
              <a:gd name="connsiteX4" fmla="*/ 0 w 1941005"/>
              <a:gd name="connsiteY4" fmla="*/ 2317334 h 2317334"/>
              <a:gd name="connsiteX5" fmla="*/ 0 w 1941005"/>
              <a:gd name="connsiteY5" fmla="*/ 731138 h 2317334"/>
              <a:gd name="connsiteX6" fmla="*/ 731138 w 1941005"/>
              <a:gd name="connsiteY6" fmla="*/ 0 h 2317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1005" h="2317334">
                <a:moveTo>
                  <a:pt x="731138" y="0"/>
                </a:moveTo>
                <a:lnTo>
                  <a:pt x="1941005" y="0"/>
                </a:lnTo>
                <a:lnTo>
                  <a:pt x="1941005" y="1586196"/>
                </a:lnTo>
                <a:cubicBezTo>
                  <a:pt x="1941005" y="1989992"/>
                  <a:pt x="1613663" y="2317334"/>
                  <a:pt x="1209867" y="2317334"/>
                </a:cubicBezTo>
                <a:lnTo>
                  <a:pt x="0" y="2317334"/>
                </a:lnTo>
                <a:lnTo>
                  <a:pt x="0" y="731138"/>
                </a:lnTo>
                <a:cubicBezTo>
                  <a:pt x="0" y="327342"/>
                  <a:pt x="327342" y="0"/>
                  <a:pt x="73113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392EC781-CC06-3EF7-6F65-4938B6A457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17607" y="2068872"/>
            <a:ext cx="6310691" cy="304801"/>
          </a:xfrm>
          <a:prstGeom prst="rect">
            <a:avLst/>
          </a:prstGeom>
        </p:spPr>
        <p:txBody>
          <a:bodyPr lIns="72000" rIns="72000">
            <a:noAutofit/>
          </a:bodyPr>
          <a:lstStyle>
            <a:lvl1pPr marL="0" indent="0" algn="l">
              <a:lnSpc>
                <a:spcPts val="2000"/>
              </a:lnSpc>
              <a:buNone/>
              <a:defRPr sz="20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0" indent="0" algn="ctr">
              <a:lnSpc>
                <a:spcPct val="100000"/>
              </a:lnSpc>
              <a:buNone/>
              <a:defRPr sz="1400" i="0">
                <a:latin typeface="Poppins" panose="00000500000000000000" pitchFamily="50" charset="0"/>
                <a:cs typeface="Poppins" panose="00000500000000000000" pitchFamily="50" charset="0"/>
              </a:defRPr>
            </a:lvl2pPr>
          </a:lstStyle>
          <a:p>
            <a:pPr lvl="0"/>
            <a:r>
              <a:rPr lang="fr-FR" dirty="0"/>
              <a:t>NOME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8C0A692B-EC09-F8D2-6E55-481E3764AC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17607" y="2373673"/>
            <a:ext cx="6310691" cy="304801"/>
          </a:xfrm>
          <a:prstGeom prst="rect">
            <a:avLst/>
          </a:prstGeom>
        </p:spPr>
        <p:txBody>
          <a:bodyPr lIns="72000" rIns="72000">
            <a:noAutofit/>
          </a:bodyPr>
          <a:lstStyle>
            <a:lvl1pPr marL="0" indent="0" algn="l">
              <a:lnSpc>
                <a:spcPts val="2000"/>
              </a:lnSpc>
              <a:buNone/>
              <a:defRPr sz="1600" b="0" i="1">
                <a:solidFill>
                  <a:srgbClr val="2B719B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0" indent="0" algn="ctr">
              <a:lnSpc>
                <a:spcPct val="100000"/>
              </a:lnSpc>
              <a:buNone/>
              <a:defRPr sz="1400" i="0">
                <a:latin typeface="Poppins" panose="00000500000000000000" pitchFamily="50" charset="0"/>
                <a:cs typeface="Poppins" panose="00000500000000000000" pitchFamily="50" charset="0"/>
              </a:defRPr>
            </a:lvl2pPr>
          </a:lstStyle>
          <a:p>
            <a:pPr lvl="0"/>
            <a:r>
              <a:rPr lang="fr-FR" dirty="0" err="1"/>
              <a:t>Função</a:t>
            </a:r>
            <a:endParaRPr lang="fr-FR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E151CF-1A88-64FD-D1A0-E6C0F6A60364}"/>
              </a:ext>
            </a:extLst>
          </p:cNvPr>
          <p:cNvGrpSpPr/>
          <p:nvPr userDrawn="1"/>
        </p:nvGrpSpPr>
        <p:grpSpPr>
          <a:xfrm>
            <a:off x="1354961" y="4103917"/>
            <a:ext cx="845645" cy="849139"/>
            <a:chOff x="574931" y="3675699"/>
            <a:chExt cx="705247" cy="70816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28BDB4D-E9B7-5278-0154-61CBCA22744D}"/>
                </a:ext>
              </a:extLst>
            </p:cNvPr>
            <p:cNvSpPr/>
            <p:nvPr userDrawn="1"/>
          </p:nvSpPr>
          <p:spPr>
            <a:xfrm>
              <a:off x="574932" y="4029778"/>
              <a:ext cx="354081" cy="354081"/>
            </a:xfrm>
            <a:prstGeom prst="rect">
              <a:avLst/>
            </a:prstGeom>
            <a:solidFill>
              <a:srgbClr val="223D7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A9E2A2-6BC2-51BB-C3E0-DDDC0D4AC98B}"/>
                </a:ext>
              </a:extLst>
            </p:cNvPr>
            <p:cNvSpPr/>
            <p:nvPr userDrawn="1"/>
          </p:nvSpPr>
          <p:spPr>
            <a:xfrm>
              <a:off x="574931" y="3675699"/>
              <a:ext cx="354081" cy="354081"/>
            </a:xfrm>
            <a:prstGeom prst="rect">
              <a:avLst/>
            </a:prstGeom>
            <a:solidFill>
              <a:srgbClr val="58C0CE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E7CA210-F539-3655-5E33-4BE9532B2D3E}"/>
                </a:ext>
              </a:extLst>
            </p:cNvPr>
            <p:cNvSpPr/>
            <p:nvPr userDrawn="1"/>
          </p:nvSpPr>
          <p:spPr>
            <a:xfrm>
              <a:off x="926097" y="4029779"/>
              <a:ext cx="354081" cy="354081"/>
            </a:xfrm>
            <a:prstGeom prst="rect">
              <a:avLst/>
            </a:prstGeom>
            <a:solidFill>
              <a:srgbClr val="006E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305141-40F6-51F6-C4BE-7BCDFC771A6C}"/>
              </a:ext>
            </a:extLst>
          </p:cNvPr>
          <p:cNvGrpSpPr/>
          <p:nvPr userDrawn="1"/>
        </p:nvGrpSpPr>
        <p:grpSpPr>
          <a:xfrm rot="10800000">
            <a:off x="3143363" y="1963435"/>
            <a:ext cx="845645" cy="849139"/>
            <a:chOff x="1671548" y="2227071"/>
            <a:chExt cx="705247" cy="70816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B80057-3633-B3C6-1454-67132A9D1E29}"/>
                </a:ext>
              </a:extLst>
            </p:cNvPr>
            <p:cNvSpPr/>
            <p:nvPr userDrawn="1"/>
          </p:nvSpPr>
          <p:spPr>
            <a:xfrm>
              <a:off x="1671549" y="2581150"/>
              <a:ext cx="354081" cy="354081"/>
            </a:xfrm>
            <a:prstGeom prst="rect">
              <a:avLst/>
            </a:prstGeom>
            <a:solidFill>
              <a:srgbClr val="223D7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BE40DC-A30A-1085-4584-3341AA6B6A59}"/>
                </a:ext>
              </a:extLst>
            </p:cNvPr>
            <p:cNvSpPr/>
            <p:nvPr userDrawn="1"/>
          </p:nvSpPr>
          <p:spPr>
            <a:xfrm>
              <a:off x="1671548" y="2227071"/>
              <a:ext cx="354081" cy="354081"/>
            </a:xfrm>
            <a:prstGeom prst="rect">
              <a:avLst/>
            </a:prstGeom>
            <a:solidFill>
              <a:srgbClr val="58C0CE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E61787C-6880-A54A-47FF-0793164A16E7}"/>
                </a:ext>
              </a:extLst>
            </p:cNvPr>
            <p:cNvSpPr/>
            <p:nvPr userDrawn="1"/>
          </p:nvSpPr>
          <p:spPr>
            <a:xfrm>
              <a:off x="2022714" y="2581151"/>
              <a:ext cx="354081" cy="354081"/>
            </a:xfrm>
            <a:prstGeom prst="rect">
              <a:avLst/>
            </a:prstGeom>
            <a:solidFill>
              <a:srgbClr val="006E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555B9BDF-DF39-9D6A-5399-AD44D2C1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091711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sp>
        <p:nvSpPr>
          <p:cNvPr id="5" name="Espace réservé du texte 20">
            <a:extLst>
              <a:ext uri="{FF2B5EF4-FFF2-40B4-BE49-F238E27FC236}">
                <a16:creationId xmlns:a16="http://schemas.microsoft.com/office/drawing/2014/main" id="{ECF6FDAC-FA05-75D1-F462-633F0F4A49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17608" y="2735052"/>
            <a:ext cx="6310692" cy="316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Clique para editar o texto</a:t>
            </a:r>
          </a:p>
          <a:p>
            <a:pPr lvl="1"/>
            <a:r>
              <a:rPr lang="fr-FR" dirty="0"/>
              <a:t>Segundo nível</a:t>
            </a:r>
          </a:p>
          <a:p>
            <a:pPr lvl="2"/>
            <a:r>
              <a:rPr lang="fr-FR" dirty="0"/>
              <a:t>Terceiro nível</a:t>
            </a:r>
          </a:p>
          <a:p>
            <a:pPr lvl="3"/>
            <a:r>
              <a:rPr lang="fr-FR" dirty="0"/>
              <a:t>Quarto nível</a:t>
            </a:r>
          </a:p>
          <a:p>
            <a:pPr lvl="4"/>
            <a:r>
              <a:rPr lang="fr-FR" dirty="0"/>
              <a:t>Quinto nível</a:t>
            </a:r>
          </a:p>
        </p:txBody>
      </p:sp>
      <p:pic>
        <p:nvPicPr>
          <p:cNvPr id="6" name="Picture 59">
            <a:extLst>
              <a:ext uri="{FF2B5EF4-FFF2-40B4-BE49-F238E27FC236}">
                <a16:creationId xmlns:a16="http://schemas.microsoft.com/office/drawing/2014/main" id="{0BBE7D97-BD47-988D-F186-E59D12EA1A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8C72C769-3ADB-C202-8F47-7DF3E5D5CE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BF19ACF2-BEAB-76FD-9B80-E2825FEEAA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82529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A425CB95-1C74-1B14-5E80-D6663C6EF4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01" y="1"/>
            <a:ext cx="2468399" cy="2628900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1AFA22-49BF-BDBE-33A7-718FB5C1465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17576" y="4148661"/>
            <a:ext cx="7380000" cy="50437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rgbClr val="58C0C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Autor da citação</a:t>
            </a:r>
          </a:p>
        </p:txBody>
      </p:sp>
      <p:sp>
        <p:nvSpPr>
          <p:cNvPr id="5" name="ZoneTexte 12">
            <a:extLst>
              <a:ext uri="{FF2B5EF4-FFF2-40B4-BE49-F238E27FC236}">
                <a16:creationId xmlns:a16="http://schemas.microsoft.com/office/drawing/2014/main" id="{E55863CD-42AE-049C-0535-2C3401C2346E}"/>
              </a:ext>
            </a:extLst>
          </p:cNvPr>
          <p:cNvSpPr txBox="1"/>
          <p:nvPr userDrawn="1"/>
        </p:nvSpPr>
        <p:spPr>
          <a:xfrm>
            <a:off x="892108" y="1336617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 b="1" dirty="0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“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71A0EF5-8BF4-DA80-1198-753315E23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7576" y="1549401"/>
            <a:ext cx="7380000" cy="253573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a </a:t>
            </a:r>
            <a:r>
              <a:rPr lang="en-US" dirty="0" err="1"/>
              <a:t>citação</a:t>
            </a:r>
            <a:r>
              <a:rPr lang="en-US" dirty="0"/>
              <a:t>, que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conter</a:t>
            </a:r>
            <a:r>
              <a:rPr lang="en-US" dirty="0"/>
              <a:t> </a:t>
            </a:r>
            <a:r>
              <a:rPr lang="en-US" dirty="0" err="1"/>
              <a:t>várias</a:t>
            </a:r>
            <a:r>
              <a:rPr lang="en-US" dirty="0"/>
              <a:t> </a:t>
            </a:r>
            <a:r>
              <a:rPr lang="en-US" dirty="0" err="1"/>
              <a:t>linhas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7" name="ZoneTexte 12">
            <a:extLst>
              <a:ext uri="{FF2B5EF4-FFF2-40B4-BE49-F238E27FC236}">
                <a16:creationId xmlns:a16="http://schemas.microsoft.com/office/drawing/2014/main" id="{397E148B-5492-4772-48D0-6EB465321676}"/>
              </a:ext>
            </a:extLst>
          </p:cNvPr>
          <p:cNvSpPr txBox="1"/>
          <p:nvPr userDrawn="1"/>
        </p:nvSpPr>
        <p:spPr>
          <a:xfrm>
            <a:off x="9429913" y="3031986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 b="1" dirty="0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“</a:t>
            </a:r>
          </a:p>
        </p:txBody>
      </p:sp>
      <p:pic>
        <p:nvPicPr>
          <p:cNvPr id="11" name="Picture 59">
            <a:extLst>
              <a:ext uri="{FF2B5EF4-FFF2-40B4-BE49-F238E27FC236}">
                <a16:creationId xmlns:a16="http://schemas.microsoft.com/office/drawing/2014/main" id="{974E6523-9329-50C8-9646-BC411DB64F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5E8F7AA7-EC84-20A5-5E0E-BEDC617C3A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09E62B7-57BE-CEE6-F10F-125FBA76D6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16816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_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304345-8FE6-3A85-6FA8-6D02DC3784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92"/>
            <a:ext cx="12192000" cy="685181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425CB95-1C74-1B14-5E80-D6663C6EF4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01" y="1"/>
            <a:ext cx="2468399" cy="2628900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1AFA22-49BF-BDBE-33A7-718FB5C1465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17576" y="4114894"/>
            <a:ext cx="7380000" cy="50437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rgbClr val="58C0C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Autor da citação</a:t>
            </a:r>
          </a:p>
        </p:txBody>
      </p:sp>
      <p:sp>
        <p:nvSpPr>
          <p:cNvPr id="7" name="ZoneTexte 12">
            <a:extLst>
              <a:ext uri="{FF2B5EF4-FFF2-40B4-BE49-F238E27FC236}">
                <a16:creationId xmlns:a16="http://schemas.microsoft.com/office/drawing/2014/main" id="{397E148B-5492-4772-48D0-6EB465321676}"/>
              </a:ext>
            </a:extLst>
          </p:cNvPr>
          <p:cNvSpPr txBox="1"/>
          <p:nvPr userDrawn="1"/>
        </p:nvSpPr>
        <p:spPr>
          <a:xfrm>
            <a:off x="9296563" y="3010965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 b="1" dirty="0">
                <a:solidFill>
                  <a:srgbClr val="58C0CE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“</a:t>
            </a:r>
          </a:p>
        </p:txBody>
      </p:sp>
      <p:sp>
        <p:nvSpPr>
          <p:cNvPr id="5" name="ZoneTexte 12">
            <a:extLst>
              <a:ext uri="{FF2B5EF4-FFF2-40B4-BE49-F238E27FC236}">
                <a16:creationId xmlns:a16="http://schemas.microsoft.com/office/drawing/2014/main" id="{E55863CD-42AE-049C-0535-2C3401C2346E}"/>
              </a:ext>
            </a:extLst>
          </p:cNvPr>
          <p:cNvSpPr txBox="1"/>
          <p:nvPr userDrawn="1"/>
        </p:nvSpPr>
        <p:spPr>
          <a:xfrm>
            <a:off x="892108" y="1344124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 b="1" dirty="0">
                <a:solidFill>
                  <a:srgbClr val="58C0CE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“</a:t>
            </a: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93B58EE1-9C7E-91A7-29F9-B820B40E96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7576" y="1549401"/>
            <a:ext cx="7380000" cy="253573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a </a:t>
            </a:r>
            <a:r>
              <a:rPr lang="en-US" dirty="0" err="1"/>
              <a:t>citação</a:t>
            </a:r>
            <a:r>
              <a:rPr lang="en-US" dirty="0"/>
              <a:t>, que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conter</a:t>
            </a:r>
            <a:r>
              <a:rPr lang="en-US" dirty="0"/>
              <a:t> </a:t>
            </a:r>
            <a:r>
              <a:rPr lang="en-US" dirty="0" err="1"/>
              <a:t>várias</a:t>
            </a:r>
            <a:r>
              <a:rPr lang="en-US" dirty="0"/>
              <a:t> </a:t>
            </a:r>
            <a:r>
              <a:rPr lang="en-US" dirty="0" err="1"/>
              <a:t>linhas</a:t>
            </a:r>
            <a:r>
              <a:rPr lang="en-US" dirty="0"/>
              <a:t>.</a:t>
            </a:r>
            <a:endParaRPr lang="fr-FR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89021B89-12B1-DC17-70FB-57119C936B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23" y="6436893"/>
            <a:ext cx="458595" cy="278692"/>
          </a:xfrm>
          <a:prstGeom prst="rect">
            <a:avLst/>
          </a:prstGeom>
        </p:spPr>
      </p:pic>
      <p:sp>
        <p:nvSpPr>
          <p:cNvPr id="25" name="Espace réservé du texte 4">
            <a:extLst>
              <a:ext uri="{FF2B5EF4-FFF2-40B4-BE49-F238E27FC236}">
                <a16:creationId xmlns:a16="http://schemas.microsoft.com/office/drawing/2014/main" id="{006E240E-542F-788E-2A01-9462E7140E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184" y="6440727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1E185EB4-6945-EDB8-0546-6E5DFD69D1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2183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as e legen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C48F70-053F-CD87-2E57-B2C10B20EA74}"/>
              </a:ext>
            </a:extLst>
          </p:cNvPr>
          <p:cNvSpPr/>
          <p:nvPr userDrawn="1"/>
        </p:nvSpPr>
        <p:spPr>
          <a:xfrm>
            <a:off x="4063200" y="0"/>
            <a:ext cx="2034000" cy="171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92C79E-DFA4-1D0F-8DDD-16809574D757}"/>
              </a:ext>
            </a:extLst>
          </p:cNvPr>
          <p:cNvSpPr/>
          <p:nvPr userDrawn="1"/>
        </p:nvSpPr>
        <p:spPr>
          <a:xfrm>
            <a:off x="4063200" y="1713600"/>
            <a:ext cx="2034000" cy="17136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0BFDDD-D56A-8F1F-1BF2-24504F9ADB24}"/>
              </a:ext>
            </a:extLst>
          </p:cNvPr>
          <p:cNvSpPr/>
          <p:nvPr userDrawn="1"/>
        </p:nvSpPr>
        <p:spPr>
          <a:xfrm>
            <a:off x="2031600" y="3427200"/>
            <a:ext cx="2034000" cy="171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D10EAC-13B4-A7B1-7DC7-B9127F227205}"/>
              </a:ext>
            </a:extLst>
          </p:cNvPr>
          <p:cNvSpPr/>
          <p:nvPr userDrawn="1"/>
        </p:nvSpPr>
        <p:spPr>
          <a:xfrm>
            <a:off x="8126400" y="3427200"/>
            <a:ext cx="2034000" cy="171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9BC8F0-5AD2-5AEA-3312-3EE440C758CD}"/>
              </a:ext>
            </a:extLst>
          </p:cNvPr>
          <p:cNvSpPr/>
          <p:nvPr userDrawn="1"/>
        </p:nvSpPr>
        <p:spPr>
          <a:xfrm>
            <a:off x="10158000" y="3427200"/>
            <a:ext cx="2034000" cy="17136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DE65D5-B752-7010-DB98-0D3CB3D5977C}"/>
              </a:ext>
            </a:extLst>
          </p:cNvPr>
          <p:cNvSpPr/>
          <p:nvPr userDrawn="1"/>
        </p:nvSpPr>
        <p:spPr>
          <a:xfrm>
            <a:off x="0" y="5144400"/>
            <a:ext cx="2034000" cy="171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AF285B-6D98-8566-0420-D2CCDB897240}"/>
              </a:ext>
            </a:extLst>
          </p:cNvPr>
          <p:cNvSpPr/>
          <p:nvPr userDrawn="1"/>
        </p:nvSpPr>
        <p:spPr>
          <a:xfrm>
            <a:off x="4063200" y="5144400"/>
            <a:ext cx="2034000" cy="1713600"/>
          </a:xfrm>
          <a:prstGeom prst="rect">
            <a:avLst/>
          </a:prstGeom>
          <a:solidFill>
            <a:srgbClr val="006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026931-DA17-3453-9D75-40DFF795DF31}"/>
              </a:ext>
            </a:extLst>
          </p:cNvPr>
          <p:cNvSpPr/>
          <p:nvPr userDrawn="1"/>
        </p:nvSpPr>
        <p:spPr>
          <a:xfrm>
            <a:off x="6094800" y="5144400"/>
            <a:ext cx="2034000" cy="171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0DCB97-3496-3DB0-F9B1-4D19BC1619E1}"/>
              </a:ext>
            </a:extLst>
          </p:cNvPr>
          <p:cNvSpPr/>
          <p:nvPr userDrawn="1"/>
        </p:nvSpPr>
        <p:spPr>
          <a:xfrm>
            <a:off x="10158000" y="5144400"/>
            <a:ext cx="2034000" cy="171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521BBB58-D44B-8A0D-4FAF-FF5640A071C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062413" cy="3424238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BCBA1181-F6A2-6C4A-C167-866BFBD7BF7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7588" y="-3175"/>
            <a:ext cx="6094412" cy="3427413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3F4B7457-6FDE-F1A0-CF05-0C26D8218C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062413" y="3430588"/>
            <a:ext cx="4060825" cy="1714500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54AF1F8F-8973-626A-115C-B7546C48C74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1175" y="5143500"/>
            <a:ext cx="2020888" cy="1714500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D7BDBEE5-6BFD-F521-1878-35307226199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8350" y="5140325"/>
            <a:ext cx="2030413" cy="1714500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5EE38223-238A-50F3-B4E0-DD10F588A50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430588"/>
            <a:ext cx="2036763" cy="1709737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sp>
        <p:nvSpPr>
          <p:cNvPr id="64" name="Titre 1">
            <a:extLst>
              <a:ext uri="{FF2B5EF4-FFF2-40B4-BE49-F238E27FC236}">
                <a16:creationId xmlns:a16="http://schemas.microsoft.com/office/drawing/2014/main" id="{822E2329-23E2-D226-D402-C9C00CB2B2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825" y="277314"/>
            <a:ext cx="932843" cy="39150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4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fr-FR" dirty="0"/>
              <a:t>TÍTULO</a:t>
            </a:r>
          </a:p>
        </p:txBody>
      </p:sp>
      <p:sp>
        <p:nvSpPr>
          <p:cNvPr id="65" name="Sous-titre 2">
            <a:extLst>
              <a:ext uri="{FF2B5EF4-FFF2-40B4-BE49-F238E27FC236}">
                <a16:creationId xmlns:a16="http://schemas.microsoft.com/office/drawing/2014/main" id="{E9DED5C4-A700-CFA5-0473-5B14690A4A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91825" y="728571"/>
            <a:ext cx="1770825" cy="707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006EA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Lorem ipsum dolor sit amet, consectetuer adipiscing elit. Maecenas porttitor congue massa.</a:t>
            </a:r>
          </a:p>
        </p:txBody>
      </p:sp>
      <p:sp>
        <p:nvSpPr>
          <p:cNvPr id="66" name="Titre 1">
            <a:extLst>
              <a:ext uri="{FF2B5EF4-FFF2-40B4-BE49-F238E27FC236}">
                <a16:creationId xmlns:a16="http://schemas.microsoft.com/office/drawing/2014/main" id="{07476921-A8AC-19AA-A16F-0357DD761EE5}"/>
              </a:ext>
            </a:extLst>
          </p:cNvPr>
          <p:cNvSpPr txBox="1">
            <a:spLocks/>
          </p:cNvSpPr>
          <p:nvPr userDrawn="1"/>
        </p:nvSpPr>
        <p:spPr>
          <a:xfrm>
            <a:off x="8253625" y="3704488"/>
            <a:ext cx="932843" cy="391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rgbClr val="223D7C"/>
                </a:solidFill>
                <a:latin typeface="Poppins" panose="00000500000000000000" pitchFamily="50" charset="0"/>
                <a:ea typeface="+mj-ea"/>
                <a:cs typeface="Poppins" panose="00000500000000000000" pitchFamily="50" charset="0"/>
              </a:defRPr>
            </a:lvl1pPr>
          </a:lstStyle>
          <a:p>
            <a:r>
              <a:rPr lang="fr-FR"/>
              <a:t>TÍTULO</a:t>
            </a:r>
            <a:endParaRPr lang="fr-FR" dirty="0"/>
          </a:p>
        </p:txBody>
      </p:sp>
      <p:sp>
        <p:nvSpPr>
          <p:cNvPr id="67" name="Sous-titre 2">
            <a:extLst>
              <a:ext uri="{FF2B5EF4-FFF2-40B4-BE49-F238E27FC236}">
                <a16:creationId xmlns:a16="http://schemas.microsoft.com/office/drawing/2014/main" id="{62F89A95-21C3-98F4-3B5D-3722D80A854F}"/>
              </a:ext>
            </a:extLst>
          </p:cNvPr>
          <p:cNvSpPr txBox="1">
            <a:spLocks/>
          </p:cNvSpPr>
          <p:nvPr userDrawn="1"/>
        </p:nvSpPr>
        <p:spPr>
          <a:xfrm>
            <a:off x="8253625" y="4155745"/>
            <a:ext cx="1770825" cy="7075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000" kern="1200">
                <a:solidFill>
                  <a:srgbClr val="006EAC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20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8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6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6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Lorem ipsum dolor sit amet, consectetuer adipiscing elit. Maecenas porttitor congue massa.</a:t>
            </a:r>
            <a:endParaRPr lang="fr-FR" dirty="0"/>
          </a:p>
        </p:txBody>
      </p:sp>
      <p:sp>
        <p:nvSpPr>
          <p:cNvPr id="68" name="Titre 1">
            <a:extLst>
              <a:ext uri="{FF2B5EF4-FFF2-40B4-BE49-F238E27FC236}">
                <a16:creationId xmlns:a16="http://schemas.microsoft.com/office/drawing/2014/main" id="{DFFD5017-0FAA-2B61-E583-67732C2FD873}"/>
              </a:ext>
            </a:extLst>
          </p:cNvPr>
          <p:cNvSpPr txBox="1">
            <a:spLocks/>
          </p:cNvSpPr>
          <p:nvPr userDrawn="1"/>
        </p:nvSpPr>
        <p:spPr>
          <a:xfrm>
            <a:off x="6264860" y="5516064"/>
            <a:ext cx="932843" cy="391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rgbClr val="223D7C"/>
                </a:solidFill>
                <a:latin typeface="Poppins" panose="00000500000000000000" pitchFamily="50" charset="0"/>
                <a:ea typeface="+mj-ea"/>
                <a:cs typeface="Poppins" panose="00000500000000000000" pitchFamily="50" charset="0"/>
              </a:defRPr>
            </a:lvl1pPr>
          </a:lstStyle>
          <a:p>
            <a:r>
              <a:rPr lang="fr-FR"/>
              <a:t>TÍTULO</a:t>
            </a:r>
            <a:endParaRPr lang="fr-FR" dirty="0"/>
          </a:p>
        </p:txBody>
      </p:sp>
      <p:sp>
        <p:nvSpPr>
          <p:cNvPr id="69" name="Sous-titre 2">
            <a:extLst>
              <a:ext uri="{FF2B5EF4-FFF2-40B4-BE49-F238E27FC236}">
                <a16:creationId xmlns:a16="http://schemas.microsoft.com/office/drawing/2014/main" id="{7B1A17AB-06A7-F289-8735-38B504D8DC08}"/>
              </a:ext>
            </a:extLst>
          </p:cNvPr>
          <p:cNvSpPr txBox="1">
            <a:spLocks/>
          </p:cNvSpPr>
          <p:nvPr userDrawn="1"/>
        </p:nvSpPr>
        <p:spPr>
          <a:xfrm>
            <a:off x="6264860" y="5967321"/>
            <a:ext cx="1770825" cy="7075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000" kern="1200">
                <a:solidFill>
                  <a:srgbClr val="006EAC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20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8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6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6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Lorem ipsum dolor sit amet, consectetuer adipiscing elit. Maecenas porttitor congue massa.</a:t>
            </a:r>
            <a:endParaRPr lang="fr-FR" dirty="0"/>
          </a:p>
        </p:txBody>
      </p:sp>
      <p:sp>
        <p:nvSpPr>
          <p:cNvPr id="70" name="Titre 1">
            <a:extLst>
              <a:ext uri="{FF2B5EF4-FFF2-40B4-BE49-F238E27FC236}">
                <a16:creationId xmlns:a16="http://schemas.microsoft.com/office/drawing/2014/main" id="{5CDFDBDD-67A1-D075-D9F0-38E10C4E013E}"/>
              </a:ext>
            </a:extLst>
          </p:cNvPr>
          <p:cNvSpPr txBox="1">
            <a:spLocks/>
          </p:cNvSpPr>
          <p:nvPr userDrawn="1"/>
        </p:nvSpPr>
        <p:spPr>
          <a:xfrm>
            <a:off x="10284410" y="5516064"/>
            <a:ext cx="932843" cy="391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rgbClr val="223D7C"/>
                </a:solidFill>
                <a:latin typeface="Poppins" panose="00000500000000000000" pitchFamily="50" charset="0"/>
                <a:ea typeface="+mj-ea"/>
                <a:cs typeface="Poppins" panose="00000500000000000000" pitchFamily="50" charset="0"/>
              </a:defRPr>
            </a:lvl1pPr>
          </a:lstStyle>
          <a:p>
            <a:r>
              <a:rPr lang="fr-FR"/>
              <a:t>TÍTULO</a:t>
            </a:r>
            <a:endParaRPr lang="fr-FR" dirty="0"/>
          </a:p>
        </p:txBody>
      </p:sp>
      <p:sp>
        <p:nvSpPr>
          <p:cNvPr id="71" name="Sous-titre 2">
            <a:extLst>
              <a:ext uri="{FF2B5EF4-FFF2-40B4-BE49-F238E27FC236}">
                <a16:creationId xmlns:a16="http://schemas.microsoft.com/office/drawing/2014/main" id="{66D1647C-18CB-3354-352E-CB14DFF80145}"/>
              </a:ext>
            </a:extLst>
          </p:cNvPr>
          <p:cNvSpPr txBox="1">
            <a:spLocks/>
          </p:cNvSpPr>
          <p:nvPr userDrawn="1"/>
        </p:nvSpPr>
        <p:spPr>
          <a:xfrm>
            <a:off x="10284410" y="5967321"/>
            <a:ext cx="1770825" cy="7075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000" kern="1200">
                <a:solidFill>
                  <a:srgbClr val="006EAC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20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8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6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6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Lorem ipsum dolor sit amet, consectetuer adipiscing elit. Maecenas porttitor congue massa.</a:t>
            </a:r>
            <a:endParaRPr lang="fr-FR" dirty="0"/>
          </a:p>
        </p:txBody>
      </p:sp>
      <p:sp>
        <p:nvSpPr>
          <p:cNvPr id="72" name="Titre 1">
            <a:extLst>
              <a:ext uri="{FF2B5EF4-FFF2-40B4-BE49-F238E27FC236}">
                <a16:creationId xmlns:a16="http://schemas.microsoft.com/office/drawing/2014/main" id="{F0982540-B7CE-138A-BB5F-5F07614D5A19}"/>
              </a:ext>
            </a:extLst>
          </p:cNvPr>
          <p:cNvSpPr txBox="1">
            <a:spLocks/>
          </p:cNvSpPr>
          <p:nvPr userDrawn="1"/>
        </p:nvSpPr>
        <p:spPr>
          <a:xfrm>
            <a:off x="130760" y="5516064"/>
            <a:ext cx="932843" cy="391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rgbClr val="223D7C"/>
                </a:solidFill>
                <a:latin typeface="Poppins" panose="00000500000000000000" pitchFamily="50" charset="0"/>
                <a:ea typeface="+mj-ea"/>
                <a:cs typeface="Poppins" panose="00000500000000000000" pitchFamily="50" charset="0"/>
              </a:defRPr>
            </a:lvl1pPr>
          </a:lstStyle>
          <a:p>
            <a:r>
              <a:rPr lang="fr-FR"/>
              <a:t>TÍTULO</a:t>
            </a:r>
            <a:endParaRPr lang="fr-FR" dirty="0"/>
          </a:p>
        </p:txBody>
      </p:sp>
      <p:sp>
        <p:nvSpPr>
          <p:cNvPr id="73" name="Sous-titre 2">
            <a:extLst>
              <a:ext uri="{FF2B5EF4-FFF2-40B4-BE49-F238E27FC236}">
                <a16:creationId xmlns:a16="http://schemas.microsoft.com/office/drawing/2014/main" id="{6636D452-0C64-B480-204F-791643B07C0A}"/>
              </a:ext>
            </a:extLst>
          </p:cNvPr>
          <p:cNvSpPr txBox="1">
            <a:spLocks/>
          </p:cNvSpPr>
          <p:nvPr userDrawn="1"/>
        </p:nvSpPr>
        <p:spPr>
          <a:xfrm>
            <a:off x="130760" y="5967321"/>
            <a:ext cx="1770825" cy="7075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000" kern="1200">
                <a:solidFill>
                  <a:srgbClr val="006EAC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20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8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6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6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Lorem ipsum dolor sit amet, consectetuer adipiscing elit. Maecenas porttitor congue massa.</a:t>
            </a:r>
            <a:endParaRPr lang="fr-FR" dirty="0"/>
          </a:p>
        </p:txBody>
      </p:sp>
      <p:sp>
        <p:nvSpPr>
          <p:cNvPr id="74" name="Titre 1">
            <a:extLst>
              <a:ext uri="{FF2B5EF4-FFF2-40B4-BE49-F238E27FC236}">
                <a16:creationId xmlns:a16="http://schemas.microsoft.com/office/drawing/2014/main" id="{A32F79A2-5682-151D-1785-CFEB7A2E4B4F}"/>
              </a:ext>
            </a:extLst>
          </p:cNvPr>
          <p:cNvSpPr txBox="1">
            <a:spLocks/>
          </p:cNvSpPr>
          <p:nvPr userDrawn="1"/>
        </p:nvSpPr>
        <p:spPr>
          <a:xfrm>
            <a:off x="2171561" y="3709159"/>
            <a:ext cx="932843" cy="391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rgbClr val="223D7C"/>
                </a:solidFill>
                <a:latin typeface="Poppins" panose="00000500000000000000" pitchFamily="50" charset="0"/>
                <a:ea typeface="+mj-ea"/>
                <a:cs typeface="Poppins" panose="00000500000000000000" pitchFamily="50" charset="0"/>
              </a:defRPr>
            </a:lvl1pPr>
          </a:lstStyle>
          <a:p>
            <a:r>
              <a:rPr lang="fr-FR"/>
              <a:t>TÍTULO</a:t>
            </a:r>
            <a:endParaRPr lang="fr-FR" dirty="0"/>
          </a:p>
        </p:txBody>
      </p:sp>
      <p:sp>
        <p:nvSpPr>
          <p:cNvPr id="75" name="Sous-titre 2">
            <a:extLst>
              <a:ext uri="{FF2B5EF4-FFF2-40B4-BE49-F238E27FC236}">
                <a16:creationId xmlns:a16="http://schemas.microsoft.com/office/drawing/2014/main" id="{FD7BAF5A-9A8E-1E8F-16C4-C10FFBAE86B0}"/>
              </a:ext>
            </a:extLst>
          </p:cNvPr>
          <p:cNvSpPr txBox="1">
            <a:spLocks/>
          </p:cNvSpPr>
          <p:nvPr userDrawn="1"/>
        </p:nvSpPr>
        <p:spPr>
          <a:xfrm>
            <a:off x="2171561" y="4160416"/>
            <a:ext cx="1770825" cy="7075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000" kern="1200">
                <a:solidFill>
                  <a:srgbClr val="006EAC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20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8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6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23D7C"/>
              </a:buClr>
              <a:buFont typeface="Wingdings" panose="05000000000000000000" pitchFamily="2" charset="2"/>
              <a:buNone/>
              <a:defRPr sz="1600" kern="1200">
                <a:solidFill>
                  <a:srgbClr val="006EAC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Lorem ipsum dolor sit amet, consectetuer adipiscing elit. Maecenas porttitor congue massa.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76167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2A88457-E64A-8123-3DD9-C55BA972782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Clique para inserir imagem</a:t>
            </a:r>
          </a:p>
          <a:p>
            <a:endParaRPr lang="pt-B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7E8D64-6A1B-0E1E-E280-AF13E5440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EC6E6BD-DC92-66D3-C0EE-949AE0C686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23" y="6436893"/>
            <a:ext cx="458595" cy="278692"/>
          </a:xfrm>
          <a:prstGeom prst="rect">
            <a:avLst/>
          </a:prstGeom>
        </p:spPr>
      </p:pic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610D85AF-BAFF-91BA-ADFE-082DC5220E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184" y="6440727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8F486192-784F-7834-10A4-60385AB030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57630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>
            <a:extLst>
              <a:ext uri="{FF2B5EF4-FFF2-40B4-BE49-F238E27FC236}">
                <a16:creationId xmlns:a16="http://schemas.microsoft.com/office/drawing/2014/main" id="{11C331C1-D7DE-E7AE-930B-17FB015E1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19" y="-1075514"/>
            <a:ext cx="2468399" cy="2628900"/>
          </a:xfrm>
          <a:prstGeom prst="rect">
            <a:avLst/>
          </a:prstGeom>
        </p:spPr>
      </p:pic>
      <p:sp>
        <p:nvSpPr>
          <p:cNvPr id="3" name="Espace réservé du texte 14">
            <a:extLst>
              <a:ext uri="{FF2B5EF4-FFF2-40B4-BE49-F238E27FC236}">
                <a16:creationId xmlns:a16="http://schemas.microsoft.com/office/drawing/2014/main" id="{880C25FE-8FD2-D2C1-917B-620298D216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555" y="3527424"/>
            <a:ext cx="1980000" cy="23860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aseline="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Insira o texto</a:t>
            </a:r>
          </a:p>
        </p:txBody>
      </p:sp>
      <p:sp>
        <p:nvSpPr>
          <p:cNvPr id="6" name="Espace réservé du texte 14">
            <a:extLst>
              <a:ext uri="{FF2B5EF4-FFF2-40B4-BE49-F238E27FC236}">
                <a16:creationId xmlns:a16="http://schemas.microsoft.com/office/drawing/2014/main" id="{CD528859-DEC6-D14A-148F-052CBE0C11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0698" y="3527424"/>
            <a:ext cx="1980000" cy="23860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Insira o texto</a:t>
            </a:r>
          </a:p>
          <a:p>
            <a:pPr lvl="0"/>
            <a:endParaRPr lang="fr-FR" dirty="0"/>
          </a:p>
        </p:txBody>
      </p:sp>
      <p:sp>
        <p:nvSpPr>
          <p:cNvPr id="8" name="Espace réservé du texte 14">
            <a:extLst>
              <a:ext uri="{FF2B5EF4-FFF2-40B4-BE49-F238E27FC236}">
                <a16:creationId xmlns:a16="http://schemas.microsoft.com/office/drawing/2014/main" id="{437B8E8F-CC20-4FC3-C682-9AB04E9A28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2355" y="3527424"/>
            <a:ext cx="1980000" cy="23860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Insira o texto</a:t>
            </a:r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171F269A-B1A7-149A-C256-E4F1BF0644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1440" y="3527424"/>
            <a:ext cx="1980000" cy="23860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Insira o texto</a:t>
            </a:r>
          </a:p>
        </p:txBody>
      </p: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E8D33D21-2E33-6686-3C18-BF9A33D74A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86855" y="3527424"/>
            <a:ext cx="1980000" cy="23860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Insira o texto</a:t>
            </a:r>
          </a:p>
          <a:p>
            <a:pPr lvl="0"/>
            <a:endParaRPr lang="fr-FR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685F74F-3F42-5040-F5B4-9E6593E1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091711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856A9027-75F2-AE59-D063-1EAD66AC0505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958705" y="1899513"/>
            <a:ext cx="1409699" cy="1409700"/>
          </a:xfrm>
          <a:prstGeom prst="rect">
            <a:avLst/>
          </a:prstGeom>
          <a:solidFill>
            <a:srgbClr val="2B719B"/>
          </a:solidFill>
        </p:spPr>
        <p:txBody>
          <a:bodyPr lIns="36000" tIns="36000" rIns="36000" bIns="3600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19" name="Espace réservé du texte 11">
            <a:extLst>
              <a:ext uri="{FF2B5EF4-FFF2-40B4-BE49-F238E27FC236}">
                <a16:creationId xmlns:a16="http://schemas.microsoft.com/office/drawing/2014/main" id="{2DDA7248-6083-7B90-A8CB-C5DC00FA1044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3135848" y="1920876"/>
            <a:ext cx="1409699" cy="1409700"/>
          </a:xfrm>
          <a:prstGeom prst="rect">
            <a:avLst/>
          </a:prstGeom>
          <a:solidFill>
            <a:srgbClr val="2B719B"/>
          </a:solidFill>
        </p:spPr>
        <p:txBody>
          <a:bodyPr lIns="36000" tIns="36000" rIns="36000" bIns="3600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1" name="Espace réservé du texte 11">
            <a:extLst>
              <a:ext uri="{FF2B5EF4-FFF2-40B4-BE49-F238E27FC236}">
                <a16:creationId xmlns:a16="http://schemas.microsoft.com/office/drawing/2014/main" id="{69356A09-3422-9AE0-C1D0-182C1C5EE6EE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327505" y="1920876"/>
            <a:ext cx="1409699" cy="1409700"/>
          </a:xfrm>
          <a:prstGeom prst="rect">
            <a:avLst/>
          </a:prstGeom>
          <a:solidFill>
            <a:srgbClr val="2B719B"/>
          </a:solidFill>
        </p:spPr>
        <p:txBody>
          <a:bodyPr lIns="36000" tIns="36000" rIns="36000" bIns="3600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2" name="Espace réservé du texte 11">
            <a:extLst>
              <a:ext uri="{FF2B5EF4-FFF2-40B4-BE49-F238E27FC236}">
                <a16:creationId xmlns:a16="http://schemas.microsoft.com/office/drawing/2014/main" id="{05D6BFF9-B314-247D-D206-0FF7DF51FFDA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7446590" y="1920876"/>
            <a:ext cx="1409699" cy="1409700"/>
          </a:xfrm>
          <a:prstGeom prst="rect">
            <a:avLst/>
          </a:prstGeom>
          <a:solidFill>
            <a:srgbClr val="2B719B"/>
          </a:solidFill>
        </p:spPr>
        <p:txBody>
          <a:bodyPr lIns="36000" tIns="36000" rIns="36000" bIns="3600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3" name="Espace réservé du texte 11">
            <a:extLst>
              <a:ext uri="{FF2B5EF4-FFF2-40B4-BE49-F238E27FC236}">
                <a16:creationId xmlns:a16="http://schemas.microsoft.com/office/drawing/2014/main" id="{C4C2C9D2-3CDB-0A55-6121-B3629EE40F9F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9672005" y="1899513"/>
            <a:ext cx="1409699" cy="1409700"/>
          </a:xfrm>
          <a:prstGeom prst="rect">
            <a:avLst/>
          </a:prstGeom>
          <a:solidFill>
            <a:srgbClr val="2B719B"/>
          </a:solidFill>
        </p:spPr>
        <p:txBody>
          <a:bodyPr lIns="36000" tIns="36000" rIns="36000" bIns="3600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pic>
        <p:nvPicPr>
          <p:cNvPr id="25" name="Picture 59">
            <a:extLst>
              <a:ext uri="{FF2B5EF4-FFF2-40B4-BE49-F238E27FC236}">
                <a16:creationId xmlns:a16="http://schemas.microsoft.com/office/drawing/2014/main" id="{E9D21238-5B3C-91CE-6A4B-8EE0B3A48D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5B8086A1-A284-6849-1DFF-9D7483D0B0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77C1F04A-2CE9-6802-769B-E6018209F2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9766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8">
          <p15:clr>
            <a:srgbClr val="FBAE40"/>
          </p15:clr>
        </p15:guide>
        <p15:guide id="2" pos="755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>
            <a:extLst>
              <a:ext uri="{FF2B5EF4-FFF2-40B4-BE49-F238E27FC236}">
                <a16:creationId xmlns:a16="http://schemas.microsoft.com/office/drawing/2014/main" id="{11C331C1-D7DE-E7AE-930B-17FB015E1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19" y="-1075514"/>
            <a:ext cx="2468399" cy="2628900"/>
          </a:xfrm>
          <a:prstGeom prst="rect">
            <a:avLst/>
          </a:prstGeom>
        </p:spPr>
      </p:pic>
      <p:sp>
        <p:nvSpPr>
          <p:cNvPr id="2" name="Espace réservé du texte 8">
            <a:extLst>
              <a:ext uri="{FF2B5EF4-FFF2-40B4-BE49-F238E27FC236}">
                <a16:creationId xmlns:a16="http://schemas.microsoft.com/office/drawing/2014/main" id="{CFBC9EC7-6630-B0BD-6934-7637F2B796E3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64984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rgbClr val="215F97"/>
          </a:solidFill>
        </p:spPr>
        <p:txBody>
          <a:bodyPr wrap="square" lIns="36000" tIns="36000" rIns="468000" bIns="36000"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" name="Espace réservé du texte 14">
            <a:extLst>
              <a:ext uri="{FF2B5EF4-FFF2-40B4-BE49-F238E27FC236}">
                <a16:creationId xmlns:a16="http://schemas.microsoft.com/office/drawing/2014/main" id="{880C25FE-8FD2-D2C1-917B-620298D216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110" y="3527424"/>
            <a:ext cx="1980000" cy="23860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aseline="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Insira o texto</a:t>
            </a:r>
          </a:p>
        </p:txBody>
      </p:sp>
      <p:sp>
        <p:nvSpPr>
          <p:cNvPr id="6" name="Espace réservé du texte 14">
            <a:extLst>
              <a:ext uri="{FF2B5EF4-FFF2-40B4-BE49-F238E27FC236}">
                <a16:creationId xmlns:a16="http://schemas.microsoft.com/office/drawing/2014/main" id="{CD528859-DEC6-D14A-148F-052CBE0C11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60473" y="3530598"/>
            <a:ext cx="1980000" cy="23860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Insira o texto</a:t>
            </a:r>
          </a:p>
          <a:p>
            <a:pPr lvl="0"/>
            <a:endParaRPr lang="fr-FR" dirty="0"/>
          </a:p>
        </p:txBody>
      </p:sp>
      <p:sp>
        <p:nvSpPr>
          <p:cNvPr id="8" name="Espace réservé du texte 14">
            <a:extLst>
              <a:ext uri="{FF2B5EF4-FFF2-40B4-BE49-F238E27FC236}">
                <a16:creationId xmlns:a16="http://schemas.microsoft.com/office/drawing/2014/main" id="{437B8E8F-CC20-4FC3-C682-9AB04E9A28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77835" y="3527424"/>
            <a:ext cx="1980000" cy="23860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Insira o texto</a:t>
            </a:r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171F269A-B1A7-149A-C256-E4F1BF0644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5198" y="3527424"/>
            <a:ext cx="1980000" cy="23860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Insira o texto</a:t>
            </a:r>
          </a:p>
        </p:txBody>
      </p: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E8D33D21-2E33-6686-3C18-BF9A33D74A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2561" y="3527424"/>
            <a:ext cx="1980000" cy="23860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3D7C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Insira o texto</a:t>
            </a:r>
          </a:p>
          <a:p>
            <a:pPr lvl="0"/>
            <a:endParaRPr lang="fr-FR" dirty="0"/>
          </a:p>
        </p:txBody>
      </p:sp>
      <p:sp>
        <p:nvSpPr>
          <p:cNvPr id="14" name="Espace réservé du texte 33">
            <a:extLst>
              <a:ext uri="{FF2B5EF4-FFF2-40B4-BE49-F238E27FC236}">
                <a16:creationId xmlns:a16="http://schemas.microsoft.com/office/drawing/2014/main" id="{21D06624-292B-7163-BF27-27944AE22F5D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285069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rgbClr val="215F97">
              <a:alpha val="94902"/>
            </a:srgbClr>
          </a:solidFill>
        </p:spPr>
        <p:txBody>
          <a:bodyPr wrap="square" lIns="36000" tIns="36000" rIns="468000" bIns="36000"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16" name="Espace réservé du texte 34">
            <a:extLst>
              <a:ext uri="{FF2B5EF4-FFF2-40B4-BE49-F238E27FC236}">
                <a16:creationId xmlns:a16="http://schemas.microsoft.com/office/drawing/2014/main" id="{CAAAC19C-C4F2-3FE3-18ED-ADF0ACE2FF33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068981" y="1597543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rgbClr val="215F97">
              <a:alpha val="89804"/>
            </a:srgbClr>
          </a:solidFill>
          <a:ln>
            <a:solidFill>
              <a:srgbClr val="2B719B"/>
            </a:solidFill>
          </a:ln>
        </p:spPr>
        <p:txBody>
          <a:bodyPr wrap="square" lIns="36000" tIns="36000" rIns="468000" bIns="36000"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17" name="Espace réservé du texte 35">
            <a:extLst>
              <a:ext uri="{FF2B5EF4-FFF2-40B4-BE49-F238E27FC236}">
                <a16:creationId xmlns:a16="http://schemas.microsoft.com/office/drawing/2014/main" id="{C5BE3BB0-D23C-BD94-1E81-418A5580C1FD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7308955" y="1597543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rgbClr val="215F97">
              <a:alpha val="85098"/>
            </a:srgbClr>
          </a:solidFill>
          <a:ln>
            <a:solidFill>
              <a:srgbClr val="2B719B"/>
            </a:solidFill>
          </a:ln>
        </p:spPr>
        <p:txBody>
          <a:bodyPr wrap="square" lIns="36000" tIns="36000" rIns="468000" bIns="36000"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18" name="Espace réservé du texte 11">
            <a:extLst>
              <a:ext uri="{FF2B5EF4-FFF2-40B4-BE49-F238E27FC236}">
                <a16:creationId xmlns:a16="http://schemas.microsoft.com/office/drawing/2014/main" id="{03361181-2685-D735-F7E0-FF54490F0101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9550655" y="1583490"/>
            <a:ext cx="1652399" cy="1652400"/>
          </a:xfrm>
          <a:prstGeom prst="rect">
            <a:avLst/>
          </a:prstGeom>
          <a:solidFill>
            <a:srgbClr val="215F97">
              <a:alpha val="80000"/>
            </a:srgbClr>
          </a:solidFill>
        </p:spPr>
        <p:txBody>
          <a:bodyPr lIns="36000" tIns="36000" rIns="36000" bIns="3600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685F74F-3F42-5040-F5B4-9E6593E1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56924"/>
            <a:ext cx="10917116" cy="1033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1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título</a:t>
            </a:r>
            <a:endParaRPr lang="pt-BR" dirty="0"/>
          </a:p>
        </p:txBody>
      </p:sp>
      <p:pic>
        <p:nvPicPr>
          <p:cNvPr id="21" name="Picture 59">
            <a:extLst>
              <a:ext uri="{FF2B5EF4-FFF2-40B4-BE49-F238E27FC236}">
                <a16:creationId xmlns:a16="http://schemas.microsoft.com/office/drawing/2014/main" id="{781CDD07-B244-1B83-81A6-F074C3681A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7" y="6447044"/>
            <a:ext cx="458371" cy="268541"/>
          </a:xfrm>
          <a:prstGeom prst="rect">
            <a:avLst/>
          </a:prstGeom>
        </p:spPr>
      </p:pic>
      <p:sp>
        <p:nvSpPr>
          <p:cNvPr id="22" name="Espace réservé du texte 4">
            <a:extLst>
              <a:ext uri="{FF2B5EF4-FFF2-40B4-BE49-F238E27FC236}">
                <a16:creationId xmlns:a16="http://schemas.microsoft.com/office/drawing/2014/main" id="{9D29E2A5-494C-8C36-F356-A739C78CF4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876" y="6455235"/>
            <a:ext cx="8790392" cy="260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i="0">
                <a:solidFill>
                  <a:srgbClr val="2B719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fr-FR" dirty="0"/>
              <a:t>Rodapé (nome do evento, local, data, etc)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0DDCB85B-FCAE-4077-FB91-12166768AF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3285" y="6440727"/>
            <a:ext cx="572889" cy="26035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r">
              <a:buNone/>
              <a:defRPr sz="1200" b="1" i="0">
                <a:solidFill>
                  <a:srgbClr val="223D7C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fld id="{2008137A-C7ED-48AF-BC17-02F3CCF3C0D2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068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8">
          <p15:clr>
            <a:srgbClr val="FBAE40"/>
          </p15:clr>
        </p15:guide>
        <p15:guide id="2" pos="7559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A425CB95-1C74-1B14-5E80-D6663C6EF4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01" y="1"/>
            <a:ext cx="2468399" cy="2628900"/>
          </a:xfrm>
          <a:prstGeom prst="rect">
            <a:avLst/>
          </a:prstGeom>
        </p:spPr>
      </p:pic>
      <p:pic>
        <p:nvPicPr>
          <p:cNvPr id="4" name="Picture 22">
            <a:extLst>
              <a:ext uri="{FF2B5EF4-FFF2-40B4-BE49-F238E27FC236}">
                <a16:creationId xmlns:a16="http://schemas.microsoft.com/office/drawing/2014/main" id="{03D96438-3127-DF02-0DE6-A005FC1E77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542" y="6189474"/>
            <a:ext cx="1343569" cy="494838"/>
          </a:xfrm>
          <a:prstGeom prst="rect">
            <a:avLst/>
          </a:prstGeom>
        </p:spPr>
      </p:pic>
      <p:pic>
        <p:nvPicPr>
          <p:cNvPr id="11" name="Picture 20">
            <a:extLst>
              <a:ext uri="{FF2B5EF4-FFF2-40B4-BE49-F238E27FC236}">
                <a16:creationId xmlns:a16="http://schemas.microsoft.com/office/drawing/2014/main" id="{B4E28AB9-190A-1E2A-B780-1935141237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42" y="492357"/>
            <a:ext cx="2122281" cy="1243357"/>
          </a:xfrm>
          <a:prstGeom prst="rect">
            <a:avLst/>
          </a:prstGeom>
        </p:spPr>
      </p:pic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2791BDBB-40A9-161B-807A-F86971B6358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53128" y="4458995"/>
            <a:ext cx="3551446" cy="197789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rgbClr val="006EA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Informações de contato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1D741CDC-C5A1-BEF7-8DDF-0F6F23E8815F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53542" y="4457285"/>
            <a:ext cx="6636530" cy="7049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Informações / logotipos de agências de fomento, parceiros, etc. 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AD7940BC-DA35-D219-DEE4-A59AB05F2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542" y="2859621"/>
            <a:ext cx="6636530" cy="110621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>
                <a:solidFill>
                  <a:srgbClr val="223D7C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Thank you! </a:t>
            </a:r>
            <a:r>
              <a:rPr lang="en-US" dirty="0" err="1"/>
              <a:t>Obrigado</a:t>
            </a:r>
            <a:r>
              <a:rPr lang="en-US" dirty="0"/>
              <a:t>(a)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74758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ento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304345-8FE6-3A85-6FA8-6D02DC3784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92"/>
            <a:ext cx="12192000" cy="685181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425CB95-1C74-1B14-5E80-D6663C6EF4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01" y="1"/>
            <a:ext cx="2468399" cy="2628900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1AFA22-49BF-BDBE-33A7-718FB5C1465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53128" y="4458995"/>
            <a:ext cx="3551446" cy="197789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rgbClr val="58C0C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Informações de contato</a:t>
            </a:r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DEEFB109-0894-F358-40FA-C2C3CCBF2E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542" y="6189353"/>
            <a:ext cx="1343570" cy="495080"/>
          </a:xfrm>
          <a:prstGeom prst="rect">
            <a:avLst/>
          </a:prstGeom>
        </p:spPr>
      </p:pic>
      <p:sp>
        <p:nvSpPr>
          <p:cNvPr id="23" name="Titre 1">
            <a:extLst>
              <a:ext uri="{FF2B5EF4-FFF2-40B4-BE49-F238E27FC236}">
                <a16:creationId xmlns:a16="http://schemas.microsoft.com/office/drawing/2014/main" id="{93B58EE1-9C7E-91A7-29F9-B820B40E96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542" y="2859621"/>
            <a:ext cx="6636530" cy="110621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Thank you! </a:t>
            </a:r>
            <a:r>
              <a:rPr lang="en-US" dirty="0" err="1"/>
              <a:t>Obrigado</a:t>
            </a:r>
            <a:r>
              <a:rPr lang="en-US" dirty="0"/>
              <a:t>(a) </a:t>
            </a:r>
            <a:endParaRPr lang="fr-FR" dirty="0"/>
          </a:p>
        </p:txBody>
      </p:sp>
      <p:pic>
        <p:nvPicPr>
          <p:cNvPr id="4" name="Imagem 3" descr="Logotipo, nome da empresa&#10;&#10;Descrição gerada automaticamente">
            <a:extLst>
              <a:ext uri="{FF2B5EF4-FFF2-40B4-BE49-F238E27FC236}">
                <a16:creationId xmlns:a16="http://schemas.microsoft.com/office/drawing/2014/main" id="{06D72705-DBA4-1D94-FDB2-5187DA4DF63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42" y="444082"/>
            <a:ext cx="2122281" cy="1289725"/>
          </a:xfrm>
          <a:prstGeom prst="rect">
            <a:avLst/>
          </a:prstGeom>
        </p:spPr>
      </p:pic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F76B7C4B-FC07-8EAB-836C-4A5E8B9DF8F4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53542" y="4457285"/>
            <a:ext cx="6636530" cy="7049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Informações / logotipos de agências de fomento, parceiros, etc. </a:t>
            </a:r>
          </a:p>
        </p:txBody>
      </p:sp>
    </p:spTree>
    <p:extLst>
      <p:ext uri="{BB962C8B-B14F-4D97-AF65-F5344CB8AC3E}">
        <p14:creationId xmlns:p14="http://schemas.microsoft.com/office/powerpoint/2010/main" val="16152158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a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A55A7C-1E8A-EAFD-E604-4C463325035F}"/>
              </a:ext>
            </a:extLst>
          </p:cNvPr>
          <p:cNvSpPr/>
          <p:nvPr userDrawn="1"/>
        </p:nvSpPr>
        <p:spPr>
          <a:xfrm>
            <a:off x="1944720" y="0"/>
            <a:ext cx="979200" cy="979200"/>
          </a:xfrm>
          <a:prstGeom prst="rect">
            <a:avLst/>
          </a:prstGeom>
          <a:solidFill>
            <a:srgbClr val="006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E68C52-9CDD-3160-0B16-BAB410E37B28}"/>
              </a:ext>
            </a:extLst>
          </p:cNvPr>
          <p:cNvSpPr/>
          <p:nvPr userDrawn="1"/>
        </p:nvSpPr>
        <p:spPr>
          <a:xfrm>
            <a:off x="2917080" y="0"/>
            <a:ext cx="979200" cy="9792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C85C50-3BEE-BAD5-4C61-70884A6EF4A5}"/>
              </a:ext>
            </a:extLst>
          </p:cNvPr>
          <p:cNvSpPr/>
          <p:nvPr userDrawn="1"/>
        </p:nvSpPr>
        <p:spPr>
          <a:xfrm>
            <a:off x="0" y="972850"/>
            <a:ext cx="979200" cy="979200"/>
          </a:xfrm>
          <a:prstGeom prst="rect">
            <a:avLst/>
          </a:prstGeom>
          <a:solidFill>
            <a:srgbClr val="2B71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AE3069-697C-C902-8327-B6FE1249C3B8}"/>
              </a:ext>
            </a:extLst>
          </p:cNvPr>
          <p:cNvSpPr/>
          <p:nvPr userDrawn="1"/>
        </p:nvSpPr>
        <p:spPr>
          <a:xfrm>
            <a:off x="972360" y="979200"/>
            <a:ext cx="979200" cy="9792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09A0CD-4784-CD35-F787-57D47233C399}"/>
              </a:ext>
            </a:extLst>
          </p:cNvPr>
          <p:cNvSpPr/>
          <p:nvPr userDrawn="1"/>
        </p:nvSpPr>
        <p:spPr>
          <a:xfrm>
            <a:off x="0" y="1958400"/>
            <a:ext cx="979200" cy="979200"/>
          </a:xfrm>
          <a:prstGeom prst="rect">
            <a:avLst/>
          </a:prstGeom>
          <a:solidFill>
            <a:srgbClr val="006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271675-04AC-CAA4-E448-B1524567444A}"/>
              </a:ext>
            </a:extLst>
          </p:cNvPr>
          <p:cNvSpPr/>
          <p:nvPr userDrawn="1"/>
        </p:nvSpPr>
        <p:spPr>
          <a:xfrm>
            <a:off x="972360" y="1958400"/>
            <a:ext cx="979200" cy="97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F96D48-0057-0F87-8F7D-53CA3BF1DDB8}"/>
              </a:ext>
            </a:extLst>
          </p:cNvPr>
          <p:cNvSpPr/>
          <p:nvPr userDrawn="1"/>
        </p:nvSpPr>
        <p:spPr>
          <a:xfrm>
            <a:off x="1944720" y="1958400"/>
            <a:ext cx="979200" cy="9792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7D0838-1618-B060-0472-1F53B2D3B813}"/>
              </a:ext>
            </a:extLst>
          </p:cNvPr>
          <p:cNvSpPr/>
          <p:nvPr userDrawn="1"/>
        </p:nvSpPr>
        <p:spPr>
          <a:xfrm>
            <a:off x="2917080" y="1958400"/>
            <a:ext cx="979200" cy="97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802658-FDF4-4D62-BE3D-285D89203EC4}"/>
              </a:ext>
            </a:extLst>
          </p:cNvPr>
          <p:cNvSpPr/>
          <p:nvPr userDrawn="1"/>
        </p:nvSpPr>
        <p:spPr>
          <a:xfrm>
            <a:off x="1944720" y="2937600"/>
            <a:ext cx="979200" cy="9792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A358C1-B864-FE6B-D8AD-31A1B10218B5}"/>
              </a:ext>
            </a:extLst>
          </p:cNvPr>
          <p:cNvSpPr/>
          <p:nvPr userDrawn="1"/>
        </p:nvSpPr>
        <p:spPr>
          <a:xfrm>
            <a:off x="2917080" y="2937600"/>
            <a:ext cx="979200" cy="979200"/>
          </a:xfrm>
          <a:prstGeom prst="rect">
            <a:avLst/>
          </a:prstGeom>
          <a:solidFill>
            <a:srgbClr val="2B71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3209EF-FCF1-4C64-16C0-BA14DAD6F976}"/>
              </a:ext>
            </a:extLst>
          </p:cNvPr>
          <p:cNvSpPr/>
          <p:nvPr userDrawn="1"/>
        </p:nvSpPr>
        <p:spPr>
          <a:xfrm>
            <a:off x="0" y="3916800"/>
            <a:ext cx="979200" cy="9792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B0FFBC-34D2-D7E3-6E9D-5A095536BD7F}"/>
              </a:ext>
            </a:extLst>
          </p:cNvPr>
          <p:cNvSpPr/>
          <p:nvPr userDrawn="1"/>
        </p:nvSpPr>
        <p:spPr>
          <a:xfrm>
            <a:off x="972360" y="3916800"/>
            <a:ext cx="979200" cy="979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D9F38A-0FF2-1ABF-7165-5BEC74D8BE19}"/>
              </a:ext>
            </a:extLst>
          </p:cNvPr>
          <p:cNvSpPr/>
          <p:nvPr userDrawn="1"/>
        </p:nvSpPr>
        <p:spPr>
          <a:xfrm>
            <a:off x="1944720" y="3916800"/>
            <a:ext cx="979200" cy="979200"/>
          </a:xfrm>
          <a:prstGeom prst="rect">
            <a:avLst/>
          </a:prstGeom>
          <a:solidFill>
            <a:srgbClr val="223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CDAAA0-31DF-629C-E565-AEF4BF51D404}"/>
              </a:ext>
            </a:extLst>
          </p:cNvPr>
          <p:cNvSpPr/>
          <p:nvPr userDrawn="1"/>
        </p:nvSpPr>
        <p:spPr>
          <a:xfrm>
            <a:off x="2917080" y="3916800"/>
            <a:ext cx="979200" cy="979200"/>
          </a:xfrm>
          <a:prstGeom prst="rect">
            <a:avLst/>
          </a:prstGeom>
          <a:solidFill>
            <a:srgbClr val="58C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B97E4F-C231-E7A4-DD10-8B8F4D534834}"/>
              </a:ext>
            </a:extLst>
          </p:cNvPr>
          <p:cNvSpPr/>
          <p:nvPr userDrawn="1"/>
        </p:nvSpPr>
        <p:spPr>
          <a:xfrm>
            <a:off x="0" y="4896000"/>
            <a:ext cx="979200" cy="979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456577-025D-28DC-62D5-32647A2C5CA7}"/>
              </a:ext>
            </a:extLst>
          </p:cNvPr>
          <p:cNvSpPr/>
          <p:nvPr userDrawn="1"/>
        </p:nvSpPr>
        <p:spPr>
          <a:xfrm>
            <a:off x="0" y="5878800"/>
            <a:ext cx="979200" cy="979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B5C5547-A460-C78E-26A2-03D6480E08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9200" y="4885200"/>
            <a:ext cx="3903687" cy="1972800"/>
          </a:xfrm>
          <a:custGeom>
            <a:avLst/>
            <a:gdLst>
              <a:gd name="connsiteX0" fmla="*/ 829582 w 3903687"/>
              <a:gd name="connsiteY0" fmla="*/ 0 h 1972800"/>
              <a:gd name="connsiteX1" fmla="*/ 3903687 w 3903687"/>
              <a:gd name="connsiteY1" fmla="*/ 0 h 1972800"/>
              <a:gd name="connsiteX2" fmla="*/ 3903687 w 3903687"/>
              <a:gd name="connsiteY2" fmla="*/ 1143218 h 1972800"/>
              <a:gd name="connsiteX3" fmla="*/ 3074105 w 3903687"/>
              <a:gd name="connsiteY3" fmla="*/ 1972800 h 1972800"/>
              <a:gd name="connsiteX4" fmla="*/ 0 w 3903687"/>
              <a:gd name="connsiteY4" fmla="*/ 1972800 h 1972800"/>
              <a:gd name="connsiteX5" fmla="*/ 0 w 3903687"/>
              <a:gd name="connsiteY5" fmla="*/ 829582 h 1972800"/>
              <a:gd name="connsiteX6" fmla="*/ 829582 w 3903687"/>
              <a:gd name="connsiteY6" fmla="*/ 0 h 1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03687" h="1972800">
                <a:moveTo>
                  <a:pt x="829582" y="0"/>
                </a:moveTo>
                <a:lnTo>
                  <a:pt x="3903687" y="0"/>
                </a:lnTo>
                <a:lnTo>
                  <a:pt x="3903687" y="1143218"/>
                </a:lnTo>
                <a:cubicBezTo>
                  <a:pt x="3903687" y="1601383"/>
                  <a:pt x="3532270" y="1972800"/>
                  <a:pt x="3074105" y="1972800"/>
                </a:cubicBezTo>
                <a:lnTo>
                  <a:pt x="0" y="1972800"/>
                </a:lnTo>
                <a:lnTo>
                  <a:pt x="0" y="829582"/>
                </a:lnTo>
                <a:cubicBezTo>
                  <a:pt x="0" y="371417"/>
                  <a:pt x="371417" y="0"/>
                  <a:pt x="829582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66D85D6-AD94-6C8F-B09B-84E26C2EA3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940128"/>
            <a:ext cx="1944720" cy="982800"/>
          </a:xfrm>
          <a:custGeom>
            <a:avLst/>
            <a:gdLst>
              <a:gd name="connsiteX0" fmla="*/ 413277 w 1944720"/>
              <a:gd name="connsiteY0" fmla="*/ 0 h 982800"/>
              <a:gd name="connsiteX1" fmla="*/ 1944720 w 1944720"/>
              <a:gd name="connsiteY1" fmla="*/ 0 h 982800"/>
              <a:gd name="connsiteX2" fmla="*/ 1944720 w 1944720"/>
              <a:gd name="connsiteY2" fmla="*/ 569523 h 982800"/>
              <a:gd name="connsiteX3" fmla="*/ 1531443 w 1944720"/>
              <a:gd name="connsiteY3" fmla="*/ 982800 h 982800"/>
              <a:gd name="connsiteX4" fmla="*/ 0 w 1944720"/>
              <a:gd name="connsiteY4" fmla="*/ 982800 h 982800"/>
              <a:gd name="connsiteX5" fmla="*/ 0 w 1944720"/>
              <a:gd name="connsiteY5" fmla="*/ 413277 h 982800"/>
              <a:gd name="connsiteX6" fmla="*/ 413277 w 1944720"/>
              <a:gd name="connsiteY6" fmla="*/ 0 h 9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4720" h="982800">
                <a:moveTo>
                  <a:pt x="413277" y="0"/>
                </a:moveTo>
                <a:lnTo>
                  <a:pt x="1944720" y="0"/>
                </a:lnTo>
                <a:lnTo>
                  <a:pt x="1944720" y="569523"/>
                </a:lnTo>
                <a:cubicBezTo>
                  <a:pt x="1944720" y="797770"/>
                  <a:pt x="1759690" y="982800"/>
                  <a:pt x="1531443" y="982800"/>
                </a:cubicBezTo>
                <a:lnTo>
                  <a:pt x="0" y="982800"/>
                </a:lnTo>
                <a:lnTo>
                  <a:pt x="0" y="413277"/>
                </a:lnTo>
                <a:cubicBezTo>
                  <a:pt x="0" y="185030"/>
                  <a:pt x="185030" y="0"/>
                  <a:pt x="41327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06543074-0A3C-3974-A26F-711C9DB516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51560" y="972000"/>
            <a:ext cx="1944720" cy="982800"/>
          </a:xfrm>
          <a:custGeom>
            <a:avLst/>
            <a:gdLst>
              <a:gd name="connsiteX0" fmla="*/ 413277 w 1944720"/>
              <a:gd name="connsiteY0" fmla="*/ 0 h 982800"/>
              <a:gd name="connsiteX1" fmla="*/ 1944720 w 1944720"/>
              <a:gd name="connsiteY1" fmla="*/ 0 h 982800"/>
              <a:gd name="connsiteX2" fmla="*/ 1944720 w 1944720"/>
              <a:gd name="connsiteY2" fmla="*/ 569523 h 982800"/>
              <a:gd name="connsiteX3" fmla="*/ 1531443 w 1944720"/>
              <a:gd name="connsiteY3" fmla="*/ 982800 h 982800"/>
              <a:gd name="connsiteX4" fmla="*/ 0 w 1944720"/>
              <a:gd name="connsiteY4" fmla="*/ 982800 h 982800"/>
              <a:gd name="connsiteX5" fmla="*/ 0 w 1944720"/>
              <a:gd name="connsiteY5" fmla="*/ 413277 h 982800"/>
              <a:gd name="connsiteX6" fmla="*/ 413277 w 1944720"/>
              <a:gd name="connsiteY6" fmla="*/ 0 h 9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4720" h="982800">
                <a:moveTo>
                  <a:pt x="413277" y="0"/>
                </a:moveTo>
                <a:lnTo>
                  <a:pt x="1944720" y="0"/>
                </a:lnTo>
                <a:lnTo>
                  <a:pt x="1944720" y="569523"/>
                </a:lnTo>
                <a:cubicBezTo>
                  <a:pt x="1944720" y="797770"/>
                  <a:pt x="1759690" y="982800"/>
                  <a:pt x="1531443" y="982800"/>
                </a:cubicBezTo>
                <a:lnTo>
                  <a:pt x="0" y="982800"/>
                </a:lnTo>
                <a:lnTo>
                  <a:pt x="0" y="413277"/>
                </a:lnTo>
                <a:cubicBezTo>
                  <a:pt x="0" y="185030"/>
                  <a:pt x="185030" y="0"/>
                  <a:pt x="41327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23D35861-8AE7-CA9F-BA7F-611519F67A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44720" cy="982800"/>
          </a:xfrm>
          <a:custGeom>
            <a:avLst/>
            <a:gdLst>
              <a:gd name="connsiteX0" fmla="*/ 413277 w 1944720"/>
              <a:gd name="connsiteY0" fmla="*/ 0 h 982800"/>
              <a:gd name="connsiteX1" fmla="*/ 1944720 w 1944720"/>
              <a:gd name="connsiteY1" fmla="*/ 0 h 982800"/>
              <a:gd name="connsiteX2" fmla="*/ 1944720 w 1944720"/>
              <a:gd name="connsiteY2" fmla="*/ 569523 h 982800"/>
              <a:gd name="connsiteX3" fmla="*/ 1531443 w 1944720"/>
              <a:gd name="connsiteY3" fmla="*/ 982800 h 982800"/>
              <a:gd name="connsiteX4" fmla="*/ 0 w 1944720"/>
              <a:gd name="connsiteY4" fmla="*/ 982800 h 982800"/>
              <a:gd name="connsiteX5" fmla="*/ 0 w 1944720"/>
              <a:gd name="connsiteY5" fmla="*/ 413277 h 982800"/>
              <a:gd name="connsiteX6" fmla="*/ 413277 w 1944720"/>
              <a:gd name="connsiteY6" fmla="*/ 0 h 9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4720" h="982800">
                <a:moveTo>
                  <a:pt x="413277" y="0"/>
                </a:moveTo>
                <a:lnTo>
                  <a:pt x="1944720" y="0"/>
                </a:lnTo>
                <a:lnTo>
                  <a:pt x="1944720" y="569523"/>
                </a:lnTo>
                <a:cubicBezTo>
                  <a:pt x="1944720" y="797770"/>
                  <a:pt x="1759690" y="982800"/>
                  <a:pt x="1531443" y="982800"/>
                </a:cubicBezTo>
                <a:lnTo>
                  <a:pt x="0" y="982800"/>
                </a:lnTo>
                <a:lnTo>
                  <a:pt x="0" y="413277"/>
                </a:lnTo>
                <a:cubicBezTo>
                  <a:pt x="0" y="185030"/>
                  <a:pt x="185030" y="0"/>
                  <a:pt x="41327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endParaRPr lang="pt-BR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57365BDE-D85E-9C24-3441-0C92AE6E8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929" y="1408852"/>
            <a:ext cx="1944720" cy="1528748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F0B46826-C696-7B8B-92E6-D988F8D061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647" y="3184097"/>
            <a:ext cx="2378865" cy="257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341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8" userDrawn="1">
          <p15:clr>
            <a:srgbClr val="FBAE40"/>
          </p15:clr>
        </p15:guide>
        <p15:guide id="2" pos="7559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95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80B4DB8-BBFE-FE44-F956-8E34F75A0A92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45B3054D-61FC-D074-29FA-AF1850907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9334" y="6343650"/>
            <a:ext cx="6937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0CBC77A0-1F4E-42FF-9FFC-F45C3A64AF90}" type="slidenum">
              <a:rPr lang="fr-FR" smtClean="0"/>
              <a:pPr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470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4" r:id="rId2"/>
    <p:sldLayoutId id="2147483681" r:id="rId3"/>
    <p:sldLayoutId id="2147483682" r:id="rId4"/>
    <p:sldLayoutId id="2147483661" r:id="rId5"/>
    <p:sldLayoutId id="2147483673" r:id="rId6"/>
    <p:sldLayoutId id="2147483651" r:id="rId7"/>
    <p:sldLayoutId id="2147483660" r:id="rId8"/>
    <p:sldLayoutId id="2147483650" r:id="rId9"/>
    <p:sldLayoutId id="2147483663" r:id="rId10"/>
    <p:sldLayoutId id="2147483677" r:id="rId11"/>
    <p:sldLayoutId id="2147483684" r:id="rId12"/>
    <p:sldLayoutId id="2147483685" r:id="rId13"/>
    <p:sldLayoutId id="2147483683" r:id="rId14"/>
    <p:sldLayoutId id="2147483652" r:id="rId15"/>
    <p:sldLayoutId id="2147483653" r:id="rId16"/>
    <p:sldLayoutId id="2147483664" r:id="rId17"/>
    <p:sldLayoutId id="2147483656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62" r:id="rId26"/>
    <p:sldLayoutId id="2147483672" r:id="rId27"/>
    <p:sldLayoutId id="2147483689" r:id="rId28"/>
    <p:sldLayoutId id="2147483688" r:id="rId29"/>
    <p:sldLayoutId id="2147483687" r:id="rId30"/>
    <p:sldLayoutId id="2147483686" r:id="rId31"/>
    <p:sldLayoutId id="2147483649" r:id="rId32"/>
    <p:sldLayoutId id="2147483690" r:id="rId3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223D7C"/>
          </a:solidFill>
          <a:latin typeface="Poppins" panose="00000500000000000000" pitchFamily="50" charset="0"/>
          <a:ea typeface="+mj-ea"/>
          <a:cs typeface="Poppins" panose="00000500000000000000" pitchFamily="5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23D7C"/>
        </a:buClr>
        <a:buFont typeface="Wingdings" panose="05000000000000000000" pitchFamily="2" charset="2"/>
        <a:buChar char="§"/>
        <a:defRPr sz="2800" kern="1200">
          <a:solidFill>
            <a:srgbClr val="006EAC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23D7C"/>
        </a:buClr>
        <a:buFont typeface="Wingdings" panose="05000000000000000000" pitchFamily="2" charset="2"/>
        <a:buChar char="§"/>
        <a:defRPr sz="2400" kern="1200">
          <a:solidFill>
            <a:srgbClr val="006EAC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23D7C"/>
        </a:buClr>
        <a:buFont typeface="Wingdings" panose="05000000000000000000" pitchFamily="2" charset="2"/>
        <a:buChar char="§"/>
        <a:defRPr sz="2000" kern="1200">
          <a:solidFill>
            <a:srgbClr val="006EAC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23D7C"/>
        </a:buClr>
        <a:buFont typeface="Wingdings" panose="05000000000000000000" pitchFamily="2" charset="2"/>
        <a:buChar char="§"/>
        <a:defRPr sz="1800" kern="1200">
          <a:solidFill>
            <a:srgbClr val="006EAC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23D7C"/>
        </a:buClr>
        <a:buFont typeface="Wingdings" panose="05000000000000000000" pitchFamily="2" charset="2"/>
        <a:buChar char="§"/>
        <a:defRPr sz="1800" kern="1200">
          <a:solidFill>
            <a:srgbClr val="006EAC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BDD14C7-ED71-A0E2-06FD-BB0A27DD3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541" y="1996199"/>
            <a:ext cx="9933603" cy="1214904"/>
          </a:xfrm>
        </p:spPr>
        <p:txBody>
          <a:bodyPr>
            <a:normAutofit fontScale="90000"/>
          </a:bodyPr>
          <a:lstStyle/>
          <a:p>
            <a:r>
              <a:rPr lang="pt-BR" dirty="0"/>
              <a:t>Gestão Integrada de Estoque e Produção no Setor Alimentício: uma abordagem baseada em receitas e necessidades de insumo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06814318-06CA-5F4D-D7A5-E829335F6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542" y="3882676"/>
            <a:ext cx="9933603" cy="1214904"/>
          </a:xfrm>
        </p:spPr>
        <p:txBody>
          <a:bodyPr>
            <a:normAutofit/>
          </a:bodyPr>
          <a:lstStyle/>
          <a:p>
            <a:r>
              <a:rPr lang="pt-BR" dirty="0"/>
              <a:t>Eduardo Gonçalves Moreira – RA: 22.124.087-2</a:t>
            </a:r>
          </a:p>
          <a:p>
            <a:r>
              <a:rPr lang="pt-BR" dirty="0"/>
              <a:t>Gabriel dos Santos Silva - RA: 22.221.032-0</a:t>
            </a:r>
          </a:p>
          <a:p>
            <a:r>
              <a:rPr lang="pt-BR" dirty="0"/>
              <a:t>David Gabriel de Souza Batista RA: 22.123.056-8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47C895BD-F979-549B-69C4-0E3DF72D2E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3541" y="6104339"/>
            <a:ext cx="9933603" cy="336388"/>
          </a:xfrm>
        </p:spPr>
        <p:txBody>
          <a:bodyPr>
            <a:normAutofit lnSpcReduction="10000"/>
          </a:bodyPr>
          <a:lstStyle/>
          <a:p>
            <a:r>
              <a:rPr lang="pt-BR" sz="1800" dirty="0"/>
              <a:t>Orientador: Luciano Rossi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89EC5E0A-D564-626D-00AF-67400D1B81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pt-BR" dirty="0"/>
              <a:t>Centro Universitário FEI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988B9925-55EB-E179-19AE-96B9290FDC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fld id="{3B24D146-AE41-450D-9F04-2F657CF5E8FA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1775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71BD3-03AD-64CB-8A5D-3F902A06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216723D8-EEB1-EEF5-E9E7-F14433FA8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Gestão Integrada de Estoque e Produção no Setor Alimentício: uma abordagem baseada em receitas e necessidades de insumo</a:t>
            </a:r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3312257B-0DD4-93C2-8815-512FB9234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400" dirty="0"/>
              <a:t>Introdução:</a:t>
            </a:r>
          </a:p>
          <a:p>
            <a:pPr lvl="1" algn="just"/>
            <a:r>
              <a:rPr lang="pt-BR" sz="2200" dirty="0"/>
              <a:t>Pequenas empresas do setor alimentício precisam coordenar atividades de compras, estoque, produção e distribuição, lidando com diferentes insumos e produtos ao longo do processo produtivo.</a:t>
            </a:r>
          </a:p>
          <a:p>
            <a:pPr lvl="1" algn="just"/>
            <a:r>
              <a:rPr lang="pt-BR" sz="2200" dirty="0"/>
              <a:t>Nesse cenário, receitas e fichas técnicas relacionam os produtos aos insumos necessários para sua produção, tornando importante a integração entre estoque de matérias-primas, ordens de produção e estoque de produtos acabados.</a:t>
            </a:r>
          </a:p>
          <a:p>
            <a:pPr lvl="1" algn="just"/>
            <a:r>
              <a:rPr lang="pt-BR" sz="2200" dirty="0"/>
              <a:t>A gestão fragmentada dessas informações pode dificultar o planejamento da produção, causar falta ou excesso de insumos e reduzir a eficiência das operações.</a:t>
            </a:r>
          </a:p>
          <a:p>
            <a:pPr lvl="1" algn="just"/>
            <a:r>
              <a:rPr lang="pt-BR" sz="2200" dirty="0"/>
              <a:t>Uma abordagem integrada pode centralizar essas informações e apoiar o acompanhamento das necessidades de insumos, das atividades de produção e da movimentação dos estoques em uma única plataforma.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17B637ED-0EE1-D468-BE5A-54D90EF88C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fld id="{6595B3D8-EB7A-43F0-9F58-1D48BF9DF75F}" type="slidenum">
              <a:rPr lang="pt-BR" smtClean="0"/>
              <a:t>2</a:t>
            </a:fld>
            <a:endParaRPr lang="pt-BR" dirty="0"/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1DA006C0-AAEC-38C7-8BF8-00A7A441662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pt-BR" dirty="0"/>
              <a:t>Centro Universitário FEI</a:t>
            </a:r>
          </a:p>
        </p:txBody>
      </p:sp>
    </p:spTree>
    <p:extLst>
      <p:ext uri="{BB962C8B-B14F-4D97-AF65-F5344CB8AC3E}">
        <p14:creationId xmlns:p14="http://schemas.microsoft.com/office/powerpoint/2010/main" val="328983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C99C-18CE-F03A-14CF-C6645416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B473B173-50E9-F518-A4F0-B66FCE23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Gestão Integrada de Estoque e Produção no Setor Alimentício: uma abordagem baseada em receitas e necessidades de insumo</a:t>
            </a:r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D5AE2C6C-F45B-EA70-9142-9638B482D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246" y="1190804"/>
            <a:ext cx="10917116" cy="5242224"/>
          </a:xfrm>
        </p:spPr>
        <p:txBody>
          <a:bodyPr/>
          <a:lstStyle/>
          <a:p>
            <a:pPr algn="just"/>
            <a:r>
              <a:rPr lang="pt-BR" sz="2200" dirty="0"/>
              <a:t>Objetivo geral:</a:t>
            </a:r>
          </a:p>
          <a:p>
            <a:pPr lvl="1" algn="just"/>
            <a:r>
              <a:rPr lang="pt-BR" sz="2000" dirty="0"/>
              <a:t>Desenvolver um sistema integrado para gestão de estoque e produção em pequenas empresas do setor alimentício, relacionando insumos, receitas, compras, produção, estoque de produtos e expedição.</a:t>
            </a:r>
          </a:p>
          <a:p>
            <a:pPr algn="just"/>
            <a:r>
              <a:rPr lang="pt-BR" sz="2200" dirty="0"/>
              <a:t>Objetivos específicos:</a:t>
            </a:r>
          </a:p>
          <a:p>
            <a:pPr lvl="1" algn="just"/>
            <a:r>
              <a:rPr lang="pt-BR" sz="2000" dirty="0"/>
              <a:t>Modelar o fluxo de informações entre fornecedores, insumos, receitas, produtos, compras, produção, estoque e expedição.</a:t>
            </a:r>
          </a:p>
          <a:p>
            <a:pPr lvl="1" algn="just"/>
            <a:r>
              <a:rPr lang="pt-BR" sz="2000" dirty="0"/>
              <a:t>Implementar o controle integrado de estoque de insumos e produtos acabados.</a:t>
            </a:r>
          </a:p>
          <a:p>
            <a:pPr lvl="1" algn="just"/>
            <a:r>
              <a:rPr lang="pt-BR" sz="2000" dirty="0"/>
              <a:t>Relacionar receitas e fichas técnicas aos insumos necessários para a produção dos produtos.</a:t>
            </a:r>
          </a:p>
          <a:p>
            <a:pPr lvl="1" algn="just"/>
            <a:r>
              <a:rPr lang="pt-BR" sz="2000" dirty="0"/>
              <a:t>Automatizar a geração e o acompanhamento das necessidades de compra e das ordens de produção com base nas informações do estoque e das receitas.</a:t>
            </a:r>
          </a:p>
          <a:p>
            <a:pPr lvl="1" algn="just"/>
            <a:r>
              <a:rPr lang="pt-BR" sz="2000" dirty="0"/>
              <a:t>Avaliar a solução desenvolvida quanto à integração das informações e à sua usabilidade no acompanhamento do processo produtivo.</a:t>
            </a:r>
          </a:p>
          <a:p>
            <a:pPr lvl="1" algn="just"/>
            <a:endParaRPr lang="pt-BR" dirty="0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DB7E7493-3ECD-8FA8-18D3-6EE9371C71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fld id="{6595B3D8-EB7A-43F0-9F58-1D48BF9DF75F}" type="slidenum">
              <a:rPr lang="pt-BR" smtClean="0"/>
              <a:t>3</a:t>
            </a:fld>
            <a:endParaRPr lang="pt-BR" dirty="0"/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27E596A4-B718-E8FA-197C-6480AEEE23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pt-BR" dirty="0"/>
              <a:t>Centro Universitário FEI</a:t>
            </a:r>
          </a:p>
        </p:txBody>
      </p:sp>
    </p:spTree>
    <p:extLst>
      <p:ext uri="{BB962C8B-B14F-4D97-AF65-F5344CB8AC3E}">
        <p14:creationId xmlns:p14="http://schemas.microsoft.com/office/powerpoint/2010/main" val="3818753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3E2D7-06A5-F636-58E2-62BE05CEE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D76939F5-62D3-C358-5DDF-33D8121F0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Gestão Integrada de Estoque e Produção no Setor Alimentício: uma abordagem baseada em receitas e necessidades de insumo</a:t>
            </a:r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03004E42-5699-9B27-A0FE-B7DE687D3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246" y="1190804"/>
            <a:ext cx="10917116" cy="5007773"/>
          </a:xfrm>
        </p:spPr>
        <p:txBody>
          <a:bodyPr/>
          <a:lstStyle/>
          <a:p>
            <a:pPr algn="just"/>
            <a:r>
              <a:rPr lang="pt-BR" sz="2200" dirty="0"/>
              <a:t>Trabalhos relacionados</a:t>
            </a:r>
          </a:p>
          <a:p>
            <a:pPr lvl="1" algn="just"/>
            <a:r>
              <a:rPr lang="pt-BR" sz="1800" b="1" dirty="0"/>
              <a:t>TEERASOPONPONG; SOPADANG (2022)</a:t>
            </a:r>
            <a:r>
              <a:rPr lang="pt-BR" sz="1800" dirty="0"/>
              <a:t> — Propuseram um sistema de apoio à decisão para compras e gestão de estoque em </a:t>
            </a:r>
            <a:r>
              <a:rPr lang="pt-BR" sz="1800" dirty="0" err="1"/>
              <a:t>PMEs</a:t>
            </a:r>
            <a:r>
              <a:rPr lang="pt-BR" sz="1800" dirty="0"/>
              <a:t>, considerando demanda de matéria-prima, preços e lead time de fornecedores. Aplicado a uma empresa do setor alimentício, o sistema reduziu custos de compra e estoque.</a:t>
            </a:r>
          </a:p>
          <a:p>
            <a:pPr lvl="1" algn="just"/>
            <a:r>
              <a:rPr lang="pt-BR" sz="1800" b="1" dirty="0"/>
              <a:t>UTAMA et al. (2022)</a:t>
            </a:r>
            <a:r>
              <a:rPr lang="pt-BR" sz="1800" dirty="0"/>
              <a:t> — Realizaram uma revisão sistemática de 102 estudos sobre modelos integrados de compras, produção e estoque, destacando a importância da integração entre matérias-primas, produção em processo e produtos acabados.</a:t>
            </a:r>
          </a:p>
          <a:p>
            <a:pPr lvl="1" algn="just"/>
            <a:r>
              <a:rPr lang="pt-BR" sz="1800" b="1" dirty="0"/>
              <a:t>LI et al. (2019)</a:t>
            </a:r>
            <a:r>
              <a:rPr lang="pt-BR" sz="1800" dirty="0"/>
              <a:t> — Propuseram um modelo integrado de produção, estoque e distribuição para sistemas logísticos alimentícios, buscando reduzir custos e manter a qualidade dos alimentos. Os experimentos demonstraram a viabilidade da abordagem integrada.</a:t>
            </a:r>
          </a:p>
          <a:p>
            <a:pPr algn="just"/>
            <a:r>
              <a:rPr lang="pt-BR" sz="2200" dirty="0"/>
              <a:t>Este trabalho</a:t>
            </a:r>
          </a:p>
          <a:p>
            <a:pPr lvl="1" algn="just"/>
            <a:r>
              <a:rPr lang="pt-BR" sz="1800" dirty="0"/>
              <a:t>Propõe uma plataforma integrada voltada a pequenas empresas do setor alimentício, relacionando insumos, receitas, compras, ordens de produção, estoque de produtos e expedição em um único sistema.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EE2721E2-7637-3751-9B0A-5B164DDE44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fld id="{6595B3D8-EB7A-43F0-9F58-1D48BF9DF75F}" type="slidenum">
              <a:rPr lang="pt-BR" smtClean="0"/>
              <a:t>4</a:t>
            </a:fld>
            <a:endParaRPr lang="pt-BR" dirty="0"/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0CD59C92-8A0B-9E29-E055-3E12C1FA9C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pt-BR" dirty="0"/>
              <a:t>Centro Universitário FEI</a:t>
            </a:r>
          </a:p>
        </p:txBody>
      </p:sp>
    </p:spTree>
    <p:extLst>
      <p:ext uri="{BB962C8B-B14F-4D97-AF65-F5344CB8AC3E}">
        <p14:creationId xmlns:p14="http://schemas.microsoft.com/office/powerpoint/2010/main" val="1826650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2185</TotalTime>
  <Words>544</Words>
  <Application>Microsoft Office PowerPoint</Application>
  <PresentationFormat>Widescreen</PresentationFormat>
  <Paragraphs>38</Paragraphs>
  <Slides>4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Poppins</vt:lpstr>
      <vt:lpstr>Poppins Black</vt:lpstr>
      <vt:lpstr>Wingdings</vt:lpstr>
      <vt:lpstr>Office Theme</vt:lpstr>
      <vt:lpstr>Gestão Integrada de Estoque e Produção no Setor Alimentício: uma abordagem baseada em receitas e necessidades de insumo</vt:lpstr>
      <vt:lpstr>Gestão Integrada de Estoque e Produção no Setor Alimentício: uma abordagem baseada em receitas e necessidades de insumo</vt:lpstr>
      <vt:lpstr>Gestão Integrada de Estoque e Produção no Setor Alimentício: uma abordagem baseada em receitas e necessidades de insumo</vt:lpstr>
      <vt:lpstr>Gestão Integrada de Estoque e Produção no Setor Alimentício: uma abordagem baseada em receitas e necessidades de insumo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Neves Mazetto</dc:creator>
  <cp:lastModifiedBy>Eduardo Moreira</cp:lastModifiedBy>
  <cp:revision>38</cp:revision>
  <dcterms:created xsi:type="dcterms:W3CDTF">2024-07-02T19:03:20Z</dcterms:created>
  <dcterms:modified xsi:type="dcterms:W3CDTF">2026-09-13T17:22:34Z</dcterms:modified>
</cp:coreProperties>
</file>